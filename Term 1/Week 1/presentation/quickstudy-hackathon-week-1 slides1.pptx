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0" d="100"/>
          <a:sy n="50" d="100"/>
        </p:scale>
        <p:origin x="72" y="2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meron ruiter" userId="90020de989e27704" providerId="LiveId" clId="{2888A175-5F4B-46EB-9A60-E6D0160F203C}"/>
    <pc:docChg chg="modSld">
      <pc:chgData name="cameron ruiter" userId="90020de989e27704" providerId="LiveId" clId="{2888A175-5F4B-46EB-9A60-E6D0160F203C}" dt="2026-09-10T19:00:38.465" v="3" actId="20577"/>
      <pc:docMkLst>
        <pc:docMk/>
      </pc:docMkLst>
      <pc:sldChg chg="modSp mod">
        <pc:chgData name="cameron ruiter" userId="90020de989e27704" providerId="LiveId" clId="{2888A175-5F4B-46EB-9A60-E6D0160F203C}" dt="2026-09-10T19:00:38.465" v="3" actId="20577"/>
        <pc:sldMkLst>
          <pc:docMk/>
          <pc:sldMk cId="0" sldId="256"/>
        </pc:sldMkLst>
        <pc:spChg chg="mod">
          <ac:chgData name="cameron ruiter" userId="90020de989e27704" providerId="LiveId" clId="{2888A175-5F4B-46EB-9A60-E6D0160F203C}" dt="2026-09-10T19:00:38.465" v="3" actId="20577"/>
          <ac:spMkLst>
            <pc:docMk/>
            <pc:sldMk cId="0" sldId="256"/>
            <ac:spMk id="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9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 - we built QuickStudy, a study site for students. Flashcards, quizzes, and a tool that turns a PDF into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kinds of students. The common thread: they already have material - notes, slides, a textbook chapter - and need a way to test themselves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steps. Pick a subject, fill it with cards - by hand or from a PDF - then test yourself. Everything is organised by subject.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flashcards page. Tap a card to flip it. The panel on the right is where you add your own question and answer - it goes straight into the subject.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part people react to. Drag in a PDF of lecture notes and the site reads it and outputs questions for that subject. No typing.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Once you have cards, quiz mode asks them back at you and scores you. The progress page shows mastery per subject, so you know what to study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use this over paper cards or another app. Faster to set up, it uses your own material, and it tells you where you stand.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It's live and usable today. Pick a subject, add a few cards or a PDF, and take a quiz. Happy to demo it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E6E0FB">
                  <a:alpha val="100000"/>
                </a:srgbClr>
              </a:gs>
              <a:gs pos="45000">
                <a:srgbClr val="F4ECFB">
                  <a:alpha val="100000"/>
                </a:srgbClr>
              </a:gs>
              <a:gs pos="100000">
                <a:srgbClr val="FBEEF3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1143000" y="2282190"/>
            <a:ext cx="685800" cy="685800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7C5CFF">
                  <a:alpha val="100000"/>
                </a:srgbClr>
              </a:gs>
              <a:gs pos="100000">
                <a:srgbClr val="E08EC8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2038350" y="2301240"/>
            <a:ext cx="2188488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2E245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QuickStudy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13570148" y="2228850"/>
            <a:ext cx="3574852" cy="792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13893998" y="2381250"/>
            <a:ext cx="3034397" cy="52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96" dirty="0">
                <a:solidFill>
                  <a:srgbClr val="6D4A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HACKATHON WEEK 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3000" y="3592830"/>
            <a:ext cx="12950190" cy="2057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5920"/>
              </a:lnSpc>
              <a:buNone/>
            </a:pPr>
            <a:r>
              <a:rPr lang="en-US" sz="7500" b="1" dirty="0">
                <a:solidFill>
                  <a:srgbClr val="2E245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Learn faster with flashcards and quizzes</a:t>
            </a:r>
            <a:endParaRPr lang="en-US" sz="7500" dirty="0"/>
          </a:p>
        </p:txBody>
      </p:sp>
      <p:sp>
        <p:nvSpPr>
          <p:cNvPr id="8" name="Text 6"/>
          <p:cNvSpPr/>
          <p:nvPr/>
        </p:nvSpPr>
        <p:spPr>
          <a:xfrm>
            <a:off x="1143000" y="6031230"/>
            <a:ext cx="10006965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833"/>
              </a:lnSpc>
              <a:buNone/>
            </a:pPr>
            <a:r>
              <a:rPr lang="en-US" sz="2850" dirty="0">
                <a:solidFill>
                  <a:srgbClr val="6A628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 study site we built for students. Make your own cards, or upload a PDF and get questions back.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1143000" y="7730490"/>
            <a:ext cx="2343984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E245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Cameron Ruiter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3677483" y="7951470"/>
            <a:ext cx="76200" cy="76200"/>
          </a:xfrm>
          <a:prstGeom prst="ellipse">
            <a:avLst/>
          </a:prstGeom>
          <a:solidFill>
            <a:srgbClr val="C3B8E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4020383" y="7730490"/>
            <a:ext cx="2214086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E245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Evaldas Pocius</a:t>
            </a:r>
            <a:endParaRPr lang="en-US" sz="2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6482060" cy="108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100" b="1" dirty="0">
                <a:solidFill>
                  <a:srgbClr val="2E245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Who it's for</a:t>
            </a:r>
            <a:endParaRPr lang="en-US" sz="5100" dirty="0"/>
          </a:p>
        </p:txBody>
      </p:sp>
      <p:sp>
        <p:nvSpPr>
          <p:cNvPr id="3" name="Shape 1"/>
          <p:cNvSpPr/>
          <p:nvPr/>
        </p:nvSpPr>
        <p:spPr>
          <a:xfrm>
            <a:off x="1143000" y="2606040"/>
            <a:ext cx="5079921" cy="4405313"/>
          </a:xfrm>
          <a:prstGeom prst="roundRect">
            <a:avLst>
              <a:gd name="adj" fmla="val 6919"/>
            </a:avLst>
          </a:prstGeom>
          <a:solidFill>
            <a:srgbClr val="F1EC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1562100" y="3063240"/>
            <a:ext cx="533400" cy="533400"/>
          </a:xfrm>
          <a:prstGeom prst="roundRect">
            <a:avLst>
              <a:gd name="adj" fmla="val 32143"/>
            </a:avLst>
          </a:prstGeom>
          <a:solidFill>
            <a:srgbClr val="7C5C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1562100" y="3901440"/>
            <a:ext cx="4368972" cy="1257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E245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Students revising for exams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62100" y="5311140"/>
            <a:ext cx="4368972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691"/>
              </a:lnSpc>
              <a:buNone/>
            </a:pPr>
            <a:r>
              <a:rPr lang="en-US" sz="2250" dirty="0">
                <a:solidFill>
                  <a:srgbClr val="6A628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Turn a term's worth of notes into cards they can drill the night before.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6603921" y="2606040"/>
            <a:ext cx="5080040" cy="4405313"/>
          </a:xfrm>
          <a:prstGeom prst="roundRect">
            <a:avLst>
              <a:gd name="adj" fmla="val 6919"/>
            </a:avLst>
          </a:prstGeom>
          <a:solidFill>
            <a:srgbClr val="FDEEF6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" name="Shape 6"/>
          <p:cNvSpPr/>
          <p:nvPr/>
        </p:nvSpPr>
        <p:spPr>
          <a:xfrm>
            <a:off x="7023021" y="3063240"/>
            <a:ext cx="533400" cy="533400"/>
          </a:xfrm>
          <a:prstGeom prst="roundRect">
            <a:avLst>
              <a:gd name="adj" fmla="val 32143"/>
            </a:avLst>
          </a:prstGeom>
          <a:solidFill>
            <a:srgbClr val="E08EC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7023021" y="3901440"/>
            <a:ext cx="4369095" cy="1257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E245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Anyone learning something new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023021" y="5311140"/>
            <a:ext cx="4369095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691"/>
              </a:lnSpc>
              <a:buNone/>
            </a:pPr>
            <a:r>
              <a:rPr lang="en-US" sz="2250" dirty="0">
                <a:solidFill>
                  <a:srgbClr val="6A628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Languages, driving theory, a certification - any subject you can write questions for.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2064960" y="2606040"/>
            <a:ext cx="5080040" cy="4405313"/>
          </a:xfrm>
          <a:prstGeom prst="roundRect">
            <a:avLst>
              <a:gd name="adj" fmla="val 6919"/>
            </a:avLst>
          </a:prstGeom>
          <a:solidFill>
            <a:srgbClr val="EAF3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" name="Shape 10"/>
          <p:cNvSpPr/>
          <p:nvPr/>
        </p:nvSpPr>
        <p:spPr>
          <a:xfrm>
            <a:off x="12484060" y="3063240"/>
            <a:ext cx="533400" cy="533400"/>
          </a:xfrm>
          <a:prstGeom prst="roundRect">
            <a:avLst>
              <a:gd name="adj" fmla="val 32143"/>
            </a:avLst>
          </a:prstGeom>
          <a:solidFill>
            <a:srgbClr val="5AA7E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12484060" y="3901440"/>
            <a:ext cx="4369095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E245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Teachers and tutors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2484060" y="4701540"/>
            <a:ext cx="436909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691"/>
              </a:lnSpc>
              <a:buNone/>
            </a:pPr>
            <a:r>
              <a:rPr lang="en-US" sz="2250" dirty="0">
                <a:solidFill>
                  <a:srgbClr val="6A628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Build a question set once and hand it to a whole class.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EFE9FD">
                  <a:alpha val="100000"/>
                </a:srgbClr>
              </a:gs>
              <a:gs pos="100000">
                <a:srgbClr val="FBEEF3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1143000" y="952500"/>
            <a:ext cx="16482060" cy="108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100" b="1" dirty="0">
                <a:solidFill>
                  <a:srgbClr val="2E245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How it works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1143000" y="2720340"/>
            <a:ext cx="5476197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2500"/>
              </a:lnSpc>
              <a:buNone/>
            </a:pPr>
            <a:r>
              <a:rPr lang="en-US" sz="7200" b="1" dirty="0">
                <a:solidFill>
                  <a:srgbClr val="7C5C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143000" y="3863340"/>
            <a:ext cx="5127711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2E245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Create a subject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1143000" y="4682490"/>
            <a:ext cx="5127711" cy="922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2400" dirty="0">
                <a:solidFill>
                  <a:srgbClr val="6A628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History, biology, whatever you're studying.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654761" y="2720340"/>
            <a:ext cx="5476197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2500"/>
              </a:lnSpc>
              <a:buNone/>
            </a:pPr>
            <a:r>
              <a:rPr lang="en-US" sz="7200" b="1" dirty="0">
                <a:solidFill>
                  <a:srgbClr val="C07AD4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6654761" y="3863340"/>
            <a:ext cx="5127711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2E245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Add your questions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6654761" y="4682490"/>
            <a:ext cx="5127711" cy="922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2400" dirty="0">
                <a:solidFill>
                  <a:srgbClr val="6A628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Write cards yourself, or drop in a PDF and let the site write them.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166521" y="2720340"/>
            <a:ext cx="5476197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2500"/>
              </a:lnSpc>
              <a:buNone/>
            </a:pPr>
            <a:r>
              <a:rPr lang="en-US" sz="7200" b="1" dirty="0">
                <a:solidFill>
                  <a:srgbClr val="E08EC8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12166521" y="3863340"/>
            <a:ext cx="5127711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2E245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Test yourself</a:t>
            </a:r>
            <a:endParaRPr lang="en-US" sz="3150" dirty="0"/>
          </a:p>
        </p:txBody>
      </p:sp>
      <p:sp>
        <p:nvSpPr>
          <p:cNvPr id="12" name="Text 10"/>
          <p:cNvSpPr/>
          <p:nvPr/>
        </p:nvSpPr>
        <p:spPr>
          <a:xfrm>
            <a:off x="12166521" y="4682490"/>
            <a:ext cx="5127711" cy="922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2400" dirty="0">
                <a:solidFill>
                  <a:srgbClr val="6A628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Flip through cards or take the quiz, and watch your score move.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301365"/>
            <a:ext cx="6713006" cy="1463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8248"/>
              </a:lnSpc>
              <a:buNone/>
            </a:pPr>
            <a:r>
              <a:rPr lang="en-US" sz="5100" b="1" dirty="0">
                <a:solidFill>
                  <a:srgbClr val="2E245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Flashcards you write yourself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1143000" y="5031105"/>
            <a:ext cx="6713006" cy="9772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120"/>
              </a:lnSpc>
              <a:buNone/>
            </a:pPr>
            <a:r>
              <a:rPr lang="en-US" sz="2550" dirty="0">
                <a:solidFill>
                  <a:srgbClr val="6A628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Type a question and an answer, and it's in the deck. Tap the card to flip it.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1143000" y="6236970"/>
            <a:ext cx="6713006" cy="9772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120"/>
              </a:lnSpc>
              <a:buNone/>
            </a:pPr>
            <a:r>
              <a:rPr lang="en-US" sz="2550" dirty="0">
                <a:solidFill>
                  <a:srgbClr val="6A628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Cards live inside a subject, so a deck stays about one thing.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8346281" y="1314450"/>
            <a:ext cx="8798719" cy="7848600"/>
          </a:xfrm>
          <a:prstGeom prst="roundRect">
            <a:avLst>
              <a:gd name="adj" fmla="val 4369"/>
            </a:avLst>
          </a:prstGeom>
          <a:solidFill>
            <a:srgbClr val="EFE9FD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8651081" y="3294102"/>
            <a:ext cx="8189119" cy="3889296"/>
          </a:xfrm>
          <a:prstGeom prst="roundRect">
            <a:avLst>
              <a:gd name="adj" fmla="val 4898"/>
            </a:avLst>
          </a:prstGeom>
          <a:ln/>
          <a:effectLst>
            <a:outerShdw blurRad="571500" dist="228600" dir="5400000" algn="bl" rotWithShape="0">
              <a:srgbClr val="2E2452">
                <a:alpha val="16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8651081" y="3294102"/>
            <a:ext cx="8189119" cy="38892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EFE9FD">
                  <a:alpha val="100000"/>
                </a:srgbClr>
              </a:gs>
              <a:gs pos="100000">
                <a:srgbClr val="EAF3FB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1143000" y="1504950"/>
            <a:ext cx="8798600" cy="7467600"/>
          </a:xfrm>
          <a:prstGeom prst="roundRect">
            <a:avLst>
              <a:gd name="adj" fmla="val 459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1447800" y="3385304"/>
            <a:ext cx="8189000" cy="3706773"/>
          </a:xfrm>
          <a:prstGeom prst="roundRect">
            <a:avLst>
              <a:gd name="adj" fmla="val 5139"/>
            </a:avLst>
          </a:prstGeom>
          <a:ln/>
          <a:effectLst>
            <a:outerShdw blurRad="571500" dist="228600" dir="5400000" algn="bl" rotWithShape="0">
              <a:srgbClr val="2E2452">
                <a:alpha val="14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1447800" y="3385304"/>
            <a:ext cx="8189000" cy="370677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27400" y="3066574"/>
            <a:ext cx="6713128" cy="1463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8248"/>
              </a:lnSpc>
              <a:buNone/>
            </a:pPr>
            <a:r>
              <a:rPr lang="en-US" sz="5100" b="1" dirty="0">
                <a:solidFill>
                  <a:srgbClr val="2E245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Upload a PDF, get questions</a:t>
            </a:r>
            <a:endParaRPr lang="en-US" sz="5100" dirty="0"/>
          </a:p>
        </p:txBody>
      </p:sp>
      <p:sp>
        <p:nvSpPr>
          <p:cNvPr id="7" name="Text 4"/>
          <p:cNvSpPr/>
          <p:nvPr/>
        </p:nvSpPr>
        <p:spPr>
          <a:xfrm>
            <a:off x="10627400" y="4796314"/>
            <a:ext cx="6713128" cy="14468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120"/>
              </a:lnSpc>
              <a:buNone/>
            </a:pPr>
            <a:r>
              <a:rPr lang="en-US" sz="2550" dirty="0">
                <a:solidFill>
                  <a:srgbClr val="6A628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Drop in lecture notes or a chapter and the site reads it and writes the questions for you.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10627400" y="6471761"/>
            <a:ext cx="6713128" cy="9772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120"/>
              </a:lnSpc>
              <a:buNone/>
            </a:pPr>
            <a:r>
              <a:rPr lang="en-US" sz="2550" dirty="0">
                <a:solidFill>
                  <a:srgbClr val="6A628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They land in the subject you chose, ready to study.</a:t>
            </a:r>
            <a:endParaRPr lang="en-US" sz="2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6482060" cy="108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100" b="1" dirty="0">
                <a:solidFill>
                  <a:srgbClr val="2E245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Quizzes and progress</a:t>
            </a:r>
            <a:endParaRPr lang="en-US" sz="5100" dirty="0"/>
          </a:p>
        </p:txBody>
      </p:sp>
      <p:sp>
        <p:nvSpPr>
          <p:cNvPr id="3" name="Shape 1"/>
          <p:cNvSpPr/>
          <p:nvPr/>
        </p:nvSpPr>
        <p:spPr>
          <a:xfrm>
            <a:off x="1143000" y="2606040"/>
            <a:ext cx="7772400" cy="3348990"/>
          </a:xfrm>
          <a:prstGeom prst="roundRect">
            <a:avLst>
              <a:gd name="adj" fmla="val 9101"/>
            </a:avLst>
          </a:prstGeom>
          <a:solidFill>
            <a:srgbClr val="F1EC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1638300" y="3139440"/>
            <a:ext cx="7459980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2E245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Quiz mode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1638300" y="4050030"/>
            <a:ext cx="6985254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6A628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Your cards come back as a scored quiz, so you find out what you actually remember instead of what looks familiar.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372600" y="2606040"/>
            <a:ext cx="7772400" cy="3348990"/>
          </a:xfrm>
          <a:prstGeom prst="roundRect">
            <a:avLst>
              <a:gd name="adj" fmla="val 9101"/>
            </a:avLst>
          </a:prstGeom>
          <a:solidFill>
            <a:srgbClr val="FDEEF6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9867900" y="3139440"/>
            <a:ext cx="7459980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2E245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Progress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9867900" y="4050030"/>
            <a:ext cx="698525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6A628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Mastery is tracked per subject, so the next session starts where the last one left off.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143000" y="6564630"/>
            <a:ext cx="16002000" cy="1383983"/>
          </a:xfrm>
          <a:prstGeom prst="roundRect">
            <a:avLst>
              <a:gd name="adj" fmla="val 22023"/>
            </a:avLst>
          </a:prstGeom>
          <a:solidFill>
            <a:srgbClr val="EAF3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1638300" y="7021830"/>
            <a:ext cx="16512540" cy="5076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120"/>
              </a:lnSpc>
              <a:buNone/>
            </a:pPr>
            <a:r>
              <a:rPr lang="en-US" sz="2550" dirty="0">
                <a:solidFill>
                  <a:srgbClr val="3F3663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Everything is organised by subject: cards, PDFs, quiz scores and progress all sit together.</a:t>
            </a:r>
            <a:endParaRPr lang="en-US" sz="2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E6E0FB">
                  <a:alpha val="100000"/>
                </a:srgbClr>
              </a:gs>
              <a:gs pos="100000">
                <a:srgbClr val="FBEEF3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1143000" y="952500"/>
            <a:ext cx="16482060" cy="108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100" b="1" dirty="0">
                <a:solidFill>
                  <a:srgbClr val="2E245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Why students use it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1143000" y="2644140"/>
            <a:ext cx="7887843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2E245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Setup takes minutes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1143000" y="3444240"/>
            <a:ext cx="7887843" cy="8943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668"/>
              </a:lnSpc>
              <a:buNone/>
            </a:pPr>
            <a:r>
              <a:rPr lang="en-US" sz="2325" dirty="0">
                <a:solidFill>
                  <a:srgbClr val="6A628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 PDF you already have becomes a full question set without typing it out.</a:t>
            </a:r>
            <a:endParaRPr lang="en-US" sz="2325" dirty="0"/>
          </a:p>
        </p:txBody>
      </p:sp>
      <p:sp>
        <p:nvSpPr>
          <p:cNvPr id="6" name="Text 4"/>
          <p:cNvSpPr/>
          <p:nvPr/>
        </p:nvSpPr>
        <p:spPr>
          <a:xfrm>
            <a:off x="9486900" y="2644140"/>
            <a:ext cx="7887843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2E245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It's your material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9486900" y="3444240"/>
            <a:ext cx="7887843" cy="8943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668"/>
              </a:lnSpc>
              <a:buNone/>
            </a:pPr>
            <a:r>
              <a:rPr lang="en-US" sz="2325" dirty="0">
                <a:solidFill>
                  <a:srgbClr val="6A628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Questions come from your own notes, not a generic deck written for someone else's course.</a:t>
            </a:r>
            <a:endParaRPr lang="en-US" sz="2325" dirty="0"/>
          </a:p>
        </p:txBody>
      </p:sp>
      <p:sp>
        <p:nvSpPr>
          <p:cNvPr id="8" name="Text 6"/>
          <p:cNvSpPr/>
          <p:nvPr/>
        </p:nvSpPr>
        <p:spPr>
          <a:xfrm>
            <a:off x="1143000" y="4795838"/>
            <a:ext cx="7887843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2E245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Testing beats re-reading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1143000" y="5595938"/>
            <a:ext cx="7887843" cy="8943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668"/>
              </a:lnSpc>
              <a:buNone/>
            </a:pPr>
            <a:r>
              <a:rPr lang="en-US" sz="2325" dirty="0">
                <a:solidFill>
                  <a:srgbClr val="6A628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Quizzing yourself is what makes things stick, and the site is built around doing that.</a:t>
            </a:r>
            <a:endParaRPr lang="en-US" sz="2325" dirty="0"/>
          </a:p>
        </p:txBody>
      </p:sp>
      <p:sp>
        <p:nvSpPr>
          <p:cNvPr id="10" name="Text 8"/>
          <p:cNvSpPr/>
          <p:nvPr/>
        </p:nvSpPr>
        <p:spPr>
          <a:xfrm>
            <a:off x="9486900" y="4795838"/>
            <a:ext cx="7887843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2E245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 can see where you stand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9486900" y="5595938"/>
            <a:ext cx="7887843" cy="8943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668"/>
              </a:lnSpc>
              <a:buNone/>
            </a:pPr>
            <a:r>
              <a:rPr lang="en-US" sz="2325" dirty="0">
                <a:solidFill>
                  <a:srgbClr val="6A628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Progress per subject tells you what to revise next instead of guessing.</a:t>
            </a:r>
            <a:endParaRPr lang="en-US" sz="23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466862"/>
            <a:ext cx="7011375" cy="16016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7500"/>
              </a:lnSpc>
              <a:buNone/>
            </a:pPr>
            <a:r>
              <a:rPr lang="en-US" sz="5700" b="1" dirty="0">
                <a:solidFill>
                  <a:srgbClr val="2E2452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Try it with your own notes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1143000" y="5335191"/>
            <a:ext cx="7011375" cy="9772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120"/>
              </a:lnSpc>
              <a:buNone/>
            </a:pPr>
            <a:r>
              <a:rPr lang="en-US" sz="2550" dirty="0">
                <a:solidFill>
                  <a:srgbClr val="6A628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Make a subject, add a few cards or upload a PDF, then quiz yourself.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1143000" y="6541056"/>
            <a:ext cx="7487877" cy="5076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120"/>
              </a:lnSpc>
              <a:buNone/>
            </a:pPr>
            <a:r>
              <a:rPr lang="en-US" sz="2550" dirty="0">
                <a:solidFill>
                  <a:srgbClr val="6A628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It's live now and free to use.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8635961" y="1504950"/>
            <a:ext cx="8509040" cy="7467600"/>
          </a:xfrm>
          <a:prstGeom prst="roundRect">
            <a:avLst>
              <a:gd name="adj" fmla="val 4592"/>
            </a:avLst>
          </a:prstGeom>
          <a:solidFill>
            <a:srgbClr val="EFE9FD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8940761" y="3347799"/>
            <a:ext cx="7899440" cy="3781782"/>
          </a:xfrm>
          <a:prstGeom prst="roundRect">
            <a:avLst>
              <a:gd name="adj" fmla="val 5037"/>
            </a:avLst>
          </a:prstGeom>
          <a:ln/>
          <a:effectLst>
            <a:outerShdw blurRad="571500" dist="228600" dir="5400000" algn="bl" rotWithShape="0">
              <a:srgbClr val="2E2452">
                <a:alpha val="16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8940761" y="3347799"/>
            <a:ext cx="7899440" cy="378178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646</Words>
  <Application>Microsoft Office PowerPoint</Application>
  <PresentationFormat>Custom</PresentationFormat>
  <Paragraphs>63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Baloo 2</vt:lpstr>
      <vt:lpstr>Quicksand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cameron ruiter</cp:lastModifiedBy>
  <cp:revision>1</cp:revision>
  <dcterms:created xsi:type="dcterms:W3CDTF">2026-09-10T18:59:23Z</dcterms:created>
  <dcterms:modified xsi:type="dcterms:W3CDTF">2026-09-10T19:00:45Z</dcterms:modified>
</cp:coreProperties>
</file>