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lt-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about 30 seconds. StreetScan is a university prototype that detects cigarette butts in photographs. Evaldas handled the app and deployment work while his partner handled model training and testing. The proposed user group is cleanup volunteers or municipal cleanup teams.</a:t>
            </a:r>
          </a:p>
          <a:p>
            <a:endParaRPr/>
          </a:p>
          <a:p>
            <a:r>
              <a:t>Source: shared project conversation, 29 October 2026. https://claude.ai/share/4c0d5170-3eb6-47ca-b1f8-d7f22b38d2df . Roboflow facts reflect the model-page text supplied there, not an independent model audit.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45 seconds. Our proposed use is helping cleanup volunteers review street photos for cigarette litter. Human review remains necessary because the model misses objects. SDG 15 is the proposed project connection through litter on land. We have not measured an environmental benefit or tested the product with actual cleanup teams.</a:t>
            </a:r>
          </a:p>
          <a:p>
            <a:endParaRPr/>
          </a:p>
          <a:p>
            <a:r>
              <a:t>Source: shared project conversation, 29 October 2026. https://claude.ai/share/4c0d5170-3eb6-47ca-b1f8-d7f22b38d2df . Roboflow facts reflect the model-page text supplied there, not an independent model audit.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55 seconds. Roboflow showed 599 images in the project and one target class, cigarette_butt. This image count alone does not verify how many labelled images went into training. The model uses 640 by 640 inputs, Auto-Orient and Resize. Training augmentation uses a 50 percent chance of horizontal flipping, with default hyperparameters. Exact split counts, collection locations and dates, camera details, and labelled-object totals were not supplied.</a:t>
            </a:r>
          </a:p>
          <a:p>
            <a:endParaRPr/>
          </a:p>
          <a:p>
            <a:r>
              <a:t>Source: shared project conversation, 29 October 2026. https://claude.ai/share/4c0d5170-3eb6-47ca-b1f8-d7f22b38d2df . Roboflow facts reflect the model-page text supplied there, not an independent model audit.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60 seconds. These are the industry-standard test-set headline metrics shown in the supplied Roboflow page text. Precision is the fraction of predicted detections that are correct. Recall is the fraction of labelled target objects the model finds. mAP at IoU 0.5 summarizes detection precision and recall across thresholds. F1 balances precision and recall. The page also showed 83.0 percent in another section with an unclear evaluation context, so this deck uses the explicitly labelled 79.8 percent headline test metric.</a:t>
            </a:r>
          </a:p>
          <a:p>
            <a:endParaRPr/>
          </a:p>
          <a:p>
            <a:r>
              <a:t>Source: shared project conversation, 29 October 2026. https://claude.ai/share/4c0d5170-3eb6-47ca-b1f8-d7f22b38d2df . Roboflow facts reflect the model-page text supplied there, not an independent model audit.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50 seconds. At the 42 percent confidence setting shown in the evaluation recommendations, Roboflow reported 26 missed cigarette-butt objects. This count belongs to that setting and should not be mixed with other thresholds. Small object size is a plausible explanation, not a proven diagnosis. Lowering confidence can recover more detections but can add false positives. A photo with no detections does not prove that it contains no litter.</a:t>
            </a:r>
          </a:p>
          <a:p>
            <a:endParaRPr/>
          </a:p>
          <a:p>
            <a:r>
              <a:t>Source: shared project conversation, 29 October 2026. https://claude.ai/share/4c0d5170-3eb6-47ca-b1f8-d7f22b38d2df . Roboflow facts reflect the model-page text supplied there, not an independent model audit.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55 seconds. The basic app accepts a JPG or PNG upload. Pillow opens it, inference-sdk sends it to the hosted Roboflow model, and the app draws the returned bounding boxes and confidence scores. The slider filters predictions returned by the API. The API key comes from Streamlit secrets. The optional enhanced UI includes a camera snapshot, summary metrics and a result download. Continuous live video was discussed but not selected.</a:t>
            </a:r>
          </a:p>
          <a:p>
            <a:endParaRPr/>
          </a:p>
          <a:p>
            <a:r>
              <a:t>Source: shared project conversation, 29 October 2026. https://claude.ai/share/4c0d5170-3eb6-47ca-b1f8-d7f22b38d2df . Roboflow facts reflect the model-page text supplied there, not an independent model audit.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45 seconds. Evaldas worked on the Python wrapper, troubleshooting and website deployment. His partner worked on training and testing. Code went into the GitHub portfolio and the app ran on Streamlit Cloud. The shared conversation documented import and API-key errors, and it does not conclusively establish the final running state. Before the presentation, check the current deployment. The private key belongs only in secrets, outside GitHub.</a:t>
            </a:r>
          </a:p>
          <a:p>
            <a:endParaRPr/>
          </a:p>
          <a:p>
            <a:r>
              <a:t>Source: shared project conversation, 29 October 2026. https://claude.ai/share/4c0d5170-3eb6-47ca-b1f8-d7f22b38d2df . Roboflow facts reflect the model-page text supplied there, not an independent model audit.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60 to 90 seconds. Open the current deployed app before presenting. Upload an unseen photo and explain the boxes and count. Compare the result with what you can see in the photo, including any missed targets. Change the confidence threshold and explain how the visible predictions change. If deployment fails, explain the request and annotation code from the GitHub portfolio. No app screenshots or demo recording were supplied for this deck.</a:t>
            </a:r>
          </a:p>
          <a:p>
            <a:endParaRPr/>
          </a:p>
          <a:p>
            <a:r>
              <a:t>Source: shared project conversation, 29 October 2026. https://claude.ai/share/4c0d5170-3eb6-47ca-b1f8-d7f22b38d2df . Roboflow facts reflect the model-page text supplied there, not an independent model audit.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55 seconds. Images leave the app server for Roboflow inference, so avoid uploading identifiable people, licence plates or private information without appropriate permission. The dataset could have location and lighting biases, but collection details were not supplied. Wrong detections and missed objects make human review necessary. This prototype has no GPS mapping or measured cleanup benefit. A private key was exposed in the shared conversation and should be rotated.</a:t>
            </a:r>
          </a:p>
          <a:p>
            <a:endParaRPr/>
          </a:p>
          <a:p>
            <a:r>
              <a:t>Source: shared project conversation, 29 October 2026. https://claude.ai/share/4c0d5170-3eb6-47ca-b1f8-d7f22b38d2df . Roboflow facts reflect the model-page text supplied there, not an independent model audit.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50 seconds. The app work illustrates why matching Python interpreters, dependency installation and reading API keys from secrets matter. The shared troubleshooting found empty files, a missing inference-sdk installation, a cloud import problem and a missing api_key argument. Next we would test on new locations, collect more small-object examples and investigate tiling. Confirm the dataset split and capture success and failure screenshots before submission. End by inviting questions.</a:t>
            </a:r>
          </a:p>
          <a:p>
            <a:endParaRPr/>
          </a:p>
          <a:p>
            <a:r>
              <a:t>Source: shared project conversation, 29 October 2026. https://claude.ai/share/4c0d5170-3eb6-47ca-b1f8-d7f22b38d2df . Roboflow facts reflect the model-page text supplied there, not an independent model audit.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C0E1F56-ECDF-46C0-9016-2DB417A7645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B012024B-A5EB-4C52-B9CB-ACA5C77E99A0}"/>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2F21899C-598A-45A4-BE47-AF50181BD663}"/>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8489C24-9A57-453F-A6B1-AE9D2316A41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202CC7E6-A107-4170-9C0C-D7FDD4D1DA8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9F51F00-3C82-4C0A-A6CB-8739C83753B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F3750BA-5915-46C6-A97D-DDAD4A6A0BC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B443E48-6BC0-4874-9CA9-5CBC9123097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22C322D-EA06-4A4F-A384-F1FFCFB0B21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2D6B297E-4156-4FFA-816C-0956639288B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C2B429E-D087-4074-BAF1-C7D8F82CE947}"/>
              </a:ext>
            </a:extLst>
          </p:cNvPr>
          <p:cNvSpPr>
            <a:spLocks noGrp="1"/>
          </p:cNvSpPr>
          <p:nvPr/>
        </p:nvSpPr>
        <p:spPr>
          <a:xfrm>
            <a:off x="685800" y="552450"/>
            <a:ext cx="10820400" cy="952500"/>
          </a:xfrm>
          <a:prstGeom prst="rect">
            <a:avLst/>
          </a:prstGeom>
          <a:noFill/>
          <a:ln w="0">
            <a:noFill/>
            <a:prstDash val="solid"/>
          </a:ln>
        </p:spPr>
        <p:txBody>
          <a:bodyPr/>
          <a:lstStyle>
            <a:defPPr>
              <a:defRPr sz="3300" b="1">
                <a:solidFill>
                  <a:srgbClr val="F1F5F9"/>
                </a:solidFill>
                <a:latin typeface="DejaVu Sans"/>
                <a:ea typeface="DejaVu Sans"/>
                <a:cs typeface="DejaVu Sans"/>
              </a:defRPr>
            </a:defPPr>
            <a:lvl1pPr>
              <a:defRPr sz="3300" b="1">
                <a:solidFill>
                  <a:srgbClr val="F1F5F9"/>
                </a:solidFill>
                <a:latin typeface="DejaVu Sans"/>
                <a:ea typeface="DejaVu Sans"/>
                <a:cs typeface="DejaVu Sans"/>
              </a:defRPr>
            </a:lvl1pPr>
            <a:lvl2pPr>
              <a:defRPr sz="3300" b="1">
                <a:solidFill>
                  <a:srgbClr val="F1F5F9"/>
                </a:solidFill>
                <a:latin typeface="DejaVu Sans"/>
                <a:ea typeface="DejaVu Sans"/>
                <a:cs typeface="DejaVu Sans"/>
              </a:defRPr>
            </a:lvl2pPr>
            <a:lvl3pPr>
              <a:defRPr sz="3300" b="1">
                <a:solidFill>
                  <a:srgbClr val="F1F5F9"/>
                </a:solidFill>
                <a:latin typeface="DejaVu Sans"/>
                <a:ea typeface="DejaVu Sans"/>
                <a:cs typeface="DejaVu Sans"/>
              </a:defRPr>
            </a:lvl3pPr>
            <a:lvl4pPr>
              <a:defRPr sz="3300" b="1">
                <a:solidFill>
                  <a:srgbClr val="F1F5F9"/>
                </a:solidFill>
                <a:latin typeface="DejaVu Sans"/>
                <a:ea typeface="DejaVu Sans"/>
                <a:cs typeface="DejaVu Sans"/>
              </a:defRPr>
            </a:lvl4pPr>
            <a:lvl5pPr>
              <a:defRPr sz="3300" b="1">
                <a:solidFill>
                  <a:srgbClr val="F1F5F9"/>
                </a:solidFill>
                <a:latin typeface="DejaVu Sans"/>
                <a:ea typeface="DejaVu Sans"/>
                <a:cs typeface="DejaVu Sans"/>
              </a:defRPr>
            </a:lvl5pPr>
            <a:lvl6pPr>
              <a:defRPr sz="3300" b="1">
                <a:solidFill>
                  <a:srgbClr val="F1F5F9"/>
                </a:solidFill>
                <a:latin typeface="DejaVu Sans"/>
                <a:ea typeface="DejaVu Sans"/>
                <a:cs typeface="DejaVu Sans"/>
              </a:defRPr>
            </a:lvl6pPr>
            <a:lvl7pPr>
              <a:defRPr sz="3300" b="1">
                <a:solidFill>
                  <a:srgbClr val="F1F5F9"/>
                </a:solidFill>
                <a:latin typeface="DejaVu Sans"/>
                <a:ea typeface="DejaVu Sans"/>
                <a:cs typeface="DejaVu Sans"/>
              </a:defRPr>
            </a:lvl7pPr>
            <a:lvl8pPr>
              <a:defRPr sz="3300" b="1">
                <a:solidFill>
                  <a:srgbClr val="F1F5F9"/>
                </a:solidFill>
                <a:latin typeface="DejaVu Sans"/>
                <a:ea typeface="DejaVu Sans"/>
                <a:cs typeface="DejaVu Sans"/>
              </a:defRPr>
            </a:lvl8pPr>
            <a:lvl9pPr>
              <a:defRPr sz="3300" b="1">
                <a:solidFill>
                  <a:srgbClr val="F1F5F9"/>
                </a:solidFill>
                <a:latin typeface="DejaVu Sans"/>
                <a:ea typeface="DejaVu Sans"/>
                <a:cs typeface="DejaVu Sans"/>
              </a:defRPr>
            </a:lvl9pPr>
          </a:lstStyle>
          <a:p>
            <a:pPr>
              <a:defRPr sz="3300" b="1">
                <a:solidFill>
                  <a:srgbClr val="F1F5F9"/>
                </a:solidFill>
                <a:latin typeface="DejaVu Sans"/>
                <a:ea typeface="DejaVu Sans"/>
                <a:cs typeface="DejaVu Sans"/>
              </a:defRPr>
            </a:pPr>
            <a:r>
              <a:rPr sz="3300" b="1">
                <a:solidFill>
                  <a:srgbClr val="F1F5F9"/>
                </a:solidFill>
                <a:latin typeface="DejaVu Sans"/>
                <a:ea typeface="DejaVu Sans"/>
                <a:cs typeface="DejaVu Sans"/>
              </a:rPr>
              <a:t>StreetScan</a:t>
            </a:r>
          </a:p>
        </p:txBody>
      </p:sp>
      <p:sp>
        <p:nvSpPr>
          <p:cNvPr id="2" name="Rectangle 1">
            <a:extLst>
              <a:ext uri="{FF2B5EF4-FFF2-40B4-BE49-F238E27FC236}">
                <a16:creationId xmlns:a16="http://schemas.microsoft.com/office/drawing/2014/main" id="{EDA23D43-52BC-4449-8ABB-6DBDD37C0A00}"/>
              </a:ext>
            </a:extLst>
          </p:cNvPr>
          <p:cNvSpPr>
            <a:spLocks noGrp="1"/>
          </p:cNvSpPr>
          <p:nvPr/>
        </p:nvSpPr>
        <p:spPr>
          <a:xfrm>
            <a:off x="11049000" y="6267450"/>
            <a:ext cx="476250" cy="285750"/>
          </a:xfrm>
          <a:prstGeom prst="rect">
            <a:avLst/>
          </a:prstGeom>
          <a:noFill/>
          <a:ln w="0">
            <a:noFill/>
            <a:prstDash val="solid"/>
          </a:ln>
        </p:spPr>
        <p:txBody>
          <a:bodyPr/>
          <a:lstStyle>
            <a:defPPr>
              <a:defRPr sz="1275" b="0">
                <a:solidFill>
                  <a:srgbClr val="94A3B8"/>
                </a:solidFill>
                <a:latin typeface="DejaVu Sans"/>
                <a:ea typeface="DejaVu Sans"/>
                <a:cs typeface="DejaVu Sans"/>
              </a:defRPr>
            </a:defPPr>
            <a:lvl1pPr>
              <a:defRPr sz="1275" b="0">
                <a:solidFill>
                  <a:srgbClr val="94A3B8"/>
                </a:solidFill>
                <a:latin typeface="DejaVu Sans"/>
                <a:ea typeface="DejaVu Sans"/>
                <a:cs typeface="DejaVu Sans"/>
              </a:defRPr>
            </a:lvl1pPr>
            <a:lvl2pPr>
              <a:defRPr sz="1275" b="0">
                <a:solidFill>
                  <a:srgbClr val="94A3B8"/>
                </a:solidFill>
                <a:latin typeface="DejaVu Sans"/>
                <a:ea typeface="DejaVu Sans"/>
                <a:cs typeface="DejaVu Sans"/>
              </a:defRPr>
            </a:lvl2pPr>
            <a:lvl3pPr>
              <a:defRPr sz="1275" b="0">
                <a:solidFill>
                  <a:srgbClr val="94A3B8"/>
                </a:solidFill>
                <a:latin typeface="DejaVu Sans"/>
                <a:ea typeface="DejaVu Sans"/>
                <a:cs typeface="DejaVu Sans"/>
              </a:defRPr>
            </a:lvl3pPr>
            <a:lvl4pPr>
              <a:defRPr sz="1275" b="0">
                <a:solidFill>
                  <a:srgbClr val="94A3B8"/>
                </a:solidFill>
                <a:latin typeface="DejaVu Sans"/>
                <a:ea typeface="DejaVu Sans"/>
                <a:cs typeface="DejaVu Sans"/>
              </a:defRPr>
            </a:lvl4pPr>
            <a:lvl5pPr>
              <a:defRPr sz="1275" b="0">
                <a:solidFill>
                  <a:srgbClr val="94A3B8"/>
                </a:solidFill>
                <a:latin typeface="DejaVu Sans"/>
                <a:ea typeface="DejaVu Sans"/>
                <a:cs typeface="DejaVu Sans"/>
              </a:defRPr>
            </a:lvl5pPr>
            <a:lvl6pPr>
              <a:defRPr sz="1275" b="0">
                <a:solidFill>
                  <a:srgbClr val="94A3B8"/>
                </a:solidFill>
                <a:latin typeface="DejaVu Sans"/>
                <a:ea typeface="DejaVu Sans"/>
                <a:cs typeface="DejaVu Sans"/>
              </a:defRPr>
            </a:lvl6pPr>
            <a:lvl7pPr>
              <a:defRPr sz="1275" b="0">
                <a:solidFill>
                  <a:srgbClr val="94A3B8"/>
                </a:solidFill>
                <a:latin typeface="DejaVu Sans"/>
                <a:ea typeface="DejaVu Sans"/>
                <a:cs typeface="DejaVu Sans"/>
              </a:defRPr>
            </a:lvl7pPr>
            <a:lvl8pPr>
              <a:defRPr sz="1275" b="0">
                <a:solidFill>
                  <a:srgbClr val="94A3B8"/>
                </a:solidFill>
                <a:latin typeface="DejaVu Sans"/>
                <a:ea typeface="DejaVu Sans"/>
                <a:cs typeface="DejaVu Sans"/>
              </a:defRPr>
            </a:lvl8pPr>
            <a:lvl9pPr>
              <a:defRPr sz="1275" b="0">
                <a:solidFill>
                  <a:srgbClr val="94A3B8"/>
                </a:solidFill>
                <a:latin typeface="DejaVu Sans"/>
                <a:ea typeface="DejaVu Sans"/>
                <a:cs typeface="DejaVu Sans"/>
              </a:defRPr>
            </a:lvl9pPr>
          </a:lstStyle>
          <a:p>
            <a:pPr>
              <a:defRPr sz="1275" b="0">
                <a:solidFill>
                  <a:srgbClr val="94A3B8"/>
                </a:solidFill>
                <a:latin typeface="DejaVu Sans"/>
                <a:ea typeface="DejaVu Sans"/>
                <a:cs typeface="DejaVu Sans"/>
              </a:defRPr>
            </a:pPr>
            <a:r>
              <a:rPr sz="1275" b="0">
                <a:solidFill>
                  <a:srgbClr val="94A3B8"/>
                </a:solidFill>
                <a:latin typeface="DejaVu Sans"/>
                <a:ea typeface="DejaVu Sans"/>
                <a:cs typeface="DejaVu Sans"/>
              </a:rPr>
              <a:t>01</a:t>
            </a:r>
          </a:p>
        </p:txBody>
      </p:sp>
      <p:sp>
        <p:nvSpPr>
          <p:cNvPr id="3" name="Rectangle 2">
            <a:extLst>
              <a:ext uri="{FF2B5EF4-FFF2-40B4-BE49-F238E27FC236}">
                <a16:creationId xmlns:a16="http://schemas.microsoft.com/office/drawing/2014/main" id="{F62454E6-7E70-44D6-93F6-D638F280FEA6}"/>
              </a:ext>
            </a:extLst>
          </p:cNvPr>
          <p:cNvSpPr>
            <a:spLocks noGrp="1"/>
          </p:cNvSpPr>
          <p:nvPr/>
        </p:nvSpPr>
        <p:spPr>
          <a:xfrm>
            <a:off x="685800" y="2095500"/>
            <a:ext cx="10477500" cy="1619250"/>
          </a:xfrm>
          <a:prstGeom prst="rect">
            <a:avLst/>
          </a:prstGeom>
          <a:noFill/>
          <a:ln w="0">
            <a:noFill/>
            <a:prstDash val="solid"/>
          </a:ln>
        </p:spPr>
        <p:txBody>
          <a:bodyPr/>
          <a:lstStyle>
            <a:defPPr>
              <a:defRPr sz="4350" b="1">
                <a:solidFill>
                  <a:srgbClr val="22C55E"/>
                </a:solidFill>
                <a:latin typeface="DejaVu Sans"/>
                <a:ea typeface="DejaVu Sans"/>
                <a:cs typeface="DejaVu Sans"/>
              </a:defRPr>
            </a:defPPr>
            <a:lvl1pPr>
              <a:defRPr sz="4350" b="1">
                <a:solidFill>
                  <a:srgbClr val="22C55E"/>
                </a:solidFill>
                <a:latin typeface="DejaVu Sans"/>
                <a:ea typeface="DejaVu Sans"/>
                <a:cs typeface="DejaVu Sans"/>
              </a:defRPr>
            </a:lvl1pPr>
            <a:lvl2pPr>
              <a:defRPr sz="4350" b="1">
                <a:solidFill>
                  <a:srgbClr val="22C55E"/>
                </a:solidFill>
                <a:latin typeface="DejaVu Sans"/>
                <a:ea typeface="DejaVu Sans"/>
                <a:cs typeface="DejaVu Sans"/>
              </a:defRPr>
            </a:lvl2pPr>
            <a:lvl3pPr>
              <a:defRPr sz="4350" b="1">
                <a:solidFill>
                  <a:srgbClr val="22C55E"/>
                </a:solidFill>
                <a:latin typeface="DejaVu Sans"/>
                <a:ea typeface="DejaVu Sans"/>
                <a:cs typeface="DejaVu Sans"/>
              </a:defRPr>
            </a:lvl3pPr>
            <a:lvl4pPr>
              <a:defRPr sz="4350" b="1">
                <a:solidFill>
                  <a:srgbClr val="22C55E"/>
                </a:solidFill>
                <a:latin typeface="DejaVu Sans"/>
                <a:ea typeface="DejaVu Sans"/>
                <a:cs typeface="DejaVu Sans"/>
              </a:defRPr>
            </a:lvl4pPr>
            <a:lvl5pPr>
              <a:defRPr sz="4350" b="1">
                <a:solidFill>
                  <a:srgbClr val="22C55E"/>
                </a:solidFill>
                <a:latin typeface="DejaVu Sans"/>
                <a:ea typeface="DejaVu Sans"/>
                <a:cs typeface="DejaVu Sans"/>
              </a:defRPr>
            </a:lvl5pPr>
            <a:lvl6pPr>
              <a:defRPr sz="4350" b="1">
                <a:solidFill>
                  <a:srgbClr val="22C55E"/>
                </a:solidFill>
                <a:latin typeface="DejaVu Sans"/>
                <a:ea typeface="DejaVu Sans"/>
                <a:cs typeface="DejaVu Sans"/>
              </a:defRPr>
            </a:lvl6pPr>
            <a:lvl7pPr>
              <a:defRPr sz="4350" b="1">
                <a:solidFill>
                  <a:srgbClr val="22C55E"/>
                </a:solidFill>
                <a:latin typeface="DejaVu Sans"/>
                <a:ea typeface="DejaVu Sans"/>
                <a:cs typeface="DejaVu Sans"/>
              </a:defRPr>
            </a:lvl7pPr>
            <a:lvl8pPr>
              <a:defRPr sz="4350" b="1">
                <a:solidFill>
                  <a:srgbClr val="22C55E"/>
                </a:solidFill>
                <a:latin typeface="DejaVu Sans"/>
                <a:ea typeface="DejaVu Sans"/>
                <a:cs typeface="DejaVu Sans"/>
              </a:defRPr>
            </a:lvl8pPr>
            <a:lvl9pPr>
              <a:defRPr sz="4350" b="1">
                <a:solidFill>
                  <a:srgbClr val="22C55E"/>
                </a:solidFill>
                <a:latin typeface="DejaVu Sans"/>
                <a:ea typeface="DejaVu Sans"/>
                <a:cs typeface="DejaVu Sans"/>
              </a:defRPr>
            </a:lvl9pPr>
          </a:lstStyle>
          <a:p>
            <a:pPr>
              <a:defRPr sz="4350" b="1">
                <a:solidFill>
                  <a:srgbClr val="22C55E"/>
                </a:solidFill>
                <a:latin typeface="DejaVu Sans"/>
                <a:ea typeface="DejaVu Sans"/>
                <a:cs typeface="DejaVu Sans"/>
              </a:defRPr>
            </a:pPr>
            <a:r>
              <a:rPr sz="4350" b="1">
                <a:solidFill>
                  <a:srgbClr val="22C55E"/>
                </a:solidFill>
                <a:latin typeface="DejaVu Sans"/>
                <a:ea typeface="DejaVu Sans"/>
                <a:cs typeface="DejaVu Sans"/>
              </a:rPr>
              <a:t>Cigarette-butt detection</a:t>
            </a:r>
          </a:p>
          <a:p>
            <a:pPr>
              <a:defRPr sz="4350" b="1">
                <a:solidFill>
                  <a:srgbClr val="22C55E"/>
                </a:solidFill>
                <a:latin typeface="DejaVu Sans"/>
                <a:ea typeface="DejaVu Sans"/>
                <a:cs typeface="DejaVu Sans"/>
              </a:defRPr>
            </a:pPr>
            <a:r>
              <a:rPr sz="4350" b="1">
                <a:solidFill>
                  <a:srgbClr val="22C55E"/>
                </a:solidFill>
                <a:latin typeface="DejaVu Sans"/>
                <a:ea typeface="DejaVu Sans"/>
                <a:cs typeface="DejaVu Sans"/>
              </a:rPr>
              <a:t>in street photos</a:t>
            </a:r>
          </a:p>
        </p:txBody>
      </p:sp>
      <p:sp>
        <p:nvSpPr>
          <p:cNvPr id="4" name="Rectangle 3">
            <a:extLst>
              <a:ext uri="{FF2B5EF4-FFF2-40B4-BE49-F238E27FC236}">
                <a16:creationId xmlns:a16="http://schemas.microsoft.com/office/drawing/2014/main" id="{6229DBE6-AA3B-44D1-A032-B4D41FD4F23D}"/>
              </a:ext>
            </a:extLst>
          </p:cNvPr>
          <p:cNvSpPr>
            <a:spLocks noGrp="1"/>
          </p:cNvSpPr>
          <p:nvPr/>
        </p:nvSpPr>
        <p:spPr>
          <a:xfrm>
            <a:off x="685800" y="4191000"/>
            <a:ext cx="9525000" cy="523875"/>
          </a:xfrm>
          <a:prstGeom prst="rect">
            <a:avLst/>
          </a:prstGeom>
          <a:noFill/>
          <a:ln w="0">
            <a:noFill/>
            <a:prstDash val="solid"/>
          </a:ln>
        </p:spPr>
        <p:txBody>
          <a:bodyPr/>
          <a:lstStyle>
            <a:defPPr>
              <a:defRPr sz="2100" b="0">
                <a:solidFill>
                  <a:srgbClr val="F1F5F9"/>
                </a:solidFill>
                <a:latin typeface="DejaVu Sans"/>
                <a:ea typeface="DejaVu Sans"/>
                <a:cs typeface="DejaVu Sans"/>
              </a:defRPr>
            </a:defPPr>
            <a:lvl1pPr>
              <a:defRPr sz="2100" b="0">
                <a:solidFill>
                  <a:srgbClr val="F1F5F9"/>
                </a:solidFill>
                <a:latin typeface="DejaVu Sans"/>
                <a:ea typeface="DejaVu Sans"/>
                <a:cs typeface="DejaVu Sans"/>
              </a:defRPr>
            </a:lvl1pPr>
            <a:lvl2pPr>
              <a:defRPr sz="2100" b="0">
                <a:solidFill>
                  <a:srgbClr val="F1F5F9"/>
                </a:solidFill>
                <a:latin typeface="DejaVu Sans"/>
                <a:ea typeface="DejaVu Sans"/>
                <a:cs typeface="DejaVu Sans"/>
              </a:defRPr>
            </a:lvl2pPr>
            <a:lvl3pPr>
              <a:defRPr sz="2100" b="0">
                <a:solidFill>
                  <a:srgbClr val="F1F5F9"/>
                </a:solidFill>
                <a:latin typeface="DejaVu Sans"/>
                <a:ea typeface="DejaVu Sans"/>
                <a:cs typeface="DejaVu Sans"/>
              </a:defRPr>
            </a:lvl3pPr>
            <a:lvl4pPr>
              <a:defRPr sz="2100" b="0">
                <a:solidFill>
                  <a:srgbClr val="F1F5F9"/>
                </a:solidFill>
                <a:latin typeface="DejaVu Sans"/>
                <a:ea typeface="DejaVu Sans"/>
                <a:cs typeface="DejaVu Sans"/>
              </a:defRPr>
            </a:lvl4pPr>
            <a:lvl5pPr>
              <a:defRPr sz="2100" b="0">
                <a:solidFill>
                  <a:srgbClr val="F1F5F9"/>
                </a:solidFill>
                <a:latin typeface="DejaVu Sans"/>
                <a:ea typeface="DejaVu Sans"/>
                <a:cs typeface="DejaVu Sans"/>
              </a:defRPr>
            </a:lvl5pPr>
            <a:lvl6pPr>
              <a:defRPr sz="2100" b="0">
                <a:solidFill>
                  <a:srgbClr val="F1F5F9"/>
                </a:solidFill>
                <a:latin typeface="DejaVu Sans"/>
                <a:ea typeface="DejaVu Sans"/>
                <a:cs typeface="DejaVu Sans"/>
              </a:defRPr>
            </a:lvl6pPr>
            <a:lvl7pPr>
              <a:defRPr sz="2100" b="0">
                <a:solidFill>
                  <a:srgbClr val="F1F5F9"/>
                </a:solidFill>
                <a:latin typeface="DejaVu Sans"/>
                <a:ea typeface="DejaVu Sans"/>
                <a:cs typeface="DejaVu Sans"/>
              </a:defRPr>
            </a:lvl7pPr>
            <a:lvl8pPr>
              <a:defRPr sz="2100" b="0">
                <a:solidFill>
                  <a:srgbClr val="F1F5F9"/>
                </a:solidFill>
                <a:latin typeface="DejaVu Sans"/>
                <a:ea typeface="DejaVu Sans"/>
                <a:cs typeface="DejaVu Sans"/>
              </a:defRPr>
            </a:lvl8pPr>
            <a:lvl9pPr>
              <a:defRPr sz="2100" b="0">
                <a:solidFill>
                  <a:srgbClr val="F1F5F9"/>
                </a:solidFill>
                <a:latin typeface="DejaVu Sans"/>
                <a:ea typeface="DejaVu Sans"/>
                <a:cs typeface="DejaVu Sans"/>
              </a:defRPr>
            </a:lvl9pPr>
          </a:lstStyle>
          <a:p>
            <a:pPr>
              <a:defRPr sz="2100" b="0">
                <a:solidFill>
                  <a:srgbClr val="F1F5F9"/>
                </a:solidFill>
                <a:latin typeface="DejaVu Sans"/>
                <a:ea typeface="DejaVu Sans"/>
                <a:cs typeface="DejaVu Sans"/>
              </a:defRPr>
            </a:pPr>
            <a:r>
              <a:rPr sz="2100" b="0">
                <a:solidFill>
                  <a:srgbClr val="F1F5F9"/>
                </a:solidFill>
                <a:latin typeface="DejaVu Sans"/>
                <a:ea typeface="DejaVu Sans"/>
                <a:cs typeface="DejaVu Sans"/>
              </a:rPr>
              <a:t>AI for Good · Hackathon 7</a:t>
            </a:r>
          </a:p>
        </p:txBody>
      </p:sp>
      <p:sp>
        <p:nvSpPr>
          <p:cNvPr id="5" name="Rectangle 4">
            <a:extLst>
              <a:ext uri="{FF2B5EF4-FFF2-40B4-BE49-F238E27FC236}">
                <a16:creationId xmlns:a16="http://schemas.microsoft.com/office/drawing/2014/main" id="{A7635419-CEBA-463C-A93F-7D6192F8B353}"/>
              </a:ext>
            </a:extLst>
          </p:cNvPr>
          <p:cNvSpPr>
            <a:spLocks noGrp="1"/>
          </p:cNvSpPr>
          <p:nvPr/>
        </p:nvSpPr>
        <p:spPr>
          <a:xfrm>
            <a:off x="685800" y="5143500"/>
            <a:ext cx="9525000" cy="476250"/>
          </a:xfrm>
          <a:prstGeom prst="rect">
            <a:avLst/>
          </a:prstGeom>
          <a:noFill/>
          <a:ln w="0">
            <a:noFill/>
            <a:prstDash val="solid"/>
          </a:ln>
        </p:spPr>
        <p:txBody>
          <a:bodyPr/>
          <a:lstStyle>
            <a:defPPr>
              <a:defRPr sz="1800" b="0">
                <a:solidFill>
                  <a:srgbClr val="94A3B8"/>
                </a:solidFill>
                <a:latin typeface="DejaVu Sans"/>
                <a:ea typeface="DejaVu Sans"/>
                <a:cs typeface="DejaVu Sans"/>
              </a:defRPr>
            </a:defPPr>
            <a:lvl1pPr>
              <a:defRPr sz="1800" b="0">
                <a:solidFill>
                  <a:srgbClr val="94A3B8"/>
                </a:solidFill>
                <a:latin typeface="DejaVu Sans"/>
                <a:ea typeface="DejaVu Sans"/>
                <a:cs typeface="DejaVu Sans"/>
              </a:defRPr>
            </a:lvl1pPr>
            <a:lvl2pPr>
              <a:defRPr sz="1800" b="0">
                <a:solidFill>
                  <a:srgbClr val="94A3B8"/>
                </a:solidFill>
                <a:latin typeface="DejaVu Sans"/>
                <a:ea typeface="DejaVu Sans"/>
                <a:cs typeface="DejaVu Sans"/>
              </a:defRPr>
            </a:lvl2pPr>
            <a:lvl3pPr>
              <a:defRPr sz="1800" b="0">
                <a:solidFill>
                  <a:srgbClr val="94A3B8"/>
                </a:solidFill>
                <a:latin typeface="DejaVu Sans"/>
                <a:ea typeface="DejaVu Sans"/>
                <a:cs typeface="DejaVu Sans"/>
              </a:defRPr>
            </a:lvl3pPr>
            <a:lvl4pPr>
              <a:defRPr sz="1800" b="0">
                <a:solidFill>
                  <a:srgbClr val="94A3B8"/>
                </a:solidFill>
                <a:latin typeface="DejaVu Sans"/>
                <a:ea typeface="DejaVu Sans"/>
                <a:cs typeface="DejaVu Sans"/>
              </a:defRPr>
            </a:lvl4pPr>
            <a:lvl5pPr>
              <a:defRPr sz="1800" b="0">
                <a:solidFill>
                  <a:srgbClr val="94A3B8"/>
                </a:solidFill>
                <a:latin typeface="DejaVu Sans"/>
                <a:ea typeface="DejaVu Sans"/>
                <a:cs typeface="DejaVu Sans"/>
              </a:defRPr>
            </a:lvl5pPr>
            <a:lvl6pPr>
              <a:defRPr sz="1800" b="0">
                <a:solidFill>
                  <a:srgbClr val="94A3B8"/>
                </a:solidFill>
                <a:latin typeface="DejaVu Sans"/>
                <a:ea typeface="DejaVu Sans"/>
                <a:cs typeface="DejaVu Sans"/>
              </a:defRPr>
            </a:lvl6pPr>
            <a:lvl7pPr>
              <a:defRPr sz="1800" b="0">
                <a:solidFill>
                  <a:srgbClr val="94A3B8"/>
                </a:solidFill>
                <a:latin typeface="DejaVu Sans"/>
                <a:ea typeface="DejaVu Sans"/>
                <a:cs typeface="DejaVu Sans"/>
              </a:defRPr>
            </a:lvl7pPr>
            <a:lvl8pPr>
              <a:defRPr sz="1800" b="0">
                <a:solidFill>
                  <a:srgbClr val="94A3B8"/>
                </a:solidFill>
                <a:latin typeface="DejaVu Sans"/>
                <a:ea typeface="DejaVu Sans"/>
                <a:cs typeface="DejaVu Sans"/>
              </a:defRPr>
            </a:lvl8pPr>
            <a:lvl9pPr>
              <a:defRPr sz="1800" b="0">
                <a:solidFill>
                  <a:srgbClr val="94A3B8"/>
                </a:solidFill>
                <a:latin typeface="DejaVu Sans"/>
                <a:ea typeface="DejaVu Sans"/>
                <a:cs typeface="DejaVu Sans"/>
              </a:defRPr>
            </a:lvl9pPr>
          </a:lstStyle>
          <a:p>
            <a:pPr>
              <a:defRPr sz="1800" b="0">
                <a:solidFill>
                  <a:srgbClr val="94A3B8"/>
                </a:solidFill>
                <a:latin typeface="DejaVu Sans"/>
                <a:ea typeface="DejaVu Sans"/>
                <a:cs typeface="DejaVu Sans"/>
              </a:defRPr>
            </a:pPr>
            <a:r>
              <a:rPr sz="1800" b="0" dirty="0">
                <a:solidFill>
                  <a:srgbClr val="94A3B8"/>
                </a:solidFill>
                <a:latin typeface="DejaVu Sans"/>
                <a:ea typeface="DejaVu Sans"/>
                <a:cs typeface="DejaVu Sans"/>
              </a:rPr>
              <a:t>Evaldas Pocius and </a:t>
            </a:r>
            <a:r>
              <a:rPr lang="lt-LT" dirty="0"/>
              <a:t>Haki Abdulovski</a:t>
            </a:r>
            <a:endParaRPr sz="1800" b="0" dirty="0">
              <a:solidFill>
                <a:srgbClr val="94A3B8"/>
              </a:solidFill>
              <a:latin typeface="DejaVu Sans"/>
              <a:ea typeface="DejaVu Sans"/>
              <a:cs typeface="DejaVu Sans"/>
            </a:endParaRPr>
          </a:p>
        </p:txBody>
      </p:sp>
    </p:spTree>
    <p:extLst>
      <p:ext uri="{BB962C8B-B14F-4D97-AF65-F5344CB8AC3E}">
        <p14:creationId xmlns:p14="http://schemas.microsoft.com/office/powerpoint/2010/main" val="441947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664C178-1C38-48EF-9146-245688960977}"/>
              </a:ext>
            </a:extLst>
          </p:cNvPr>
          <p:cNvSpPr>
            <a:spLocks noGrp="1"/>
          </p:cNvSpPr>
          <p:nvPr/>
        </p:nvSpPr>
        <p:spPr>
          <a:xfrm>
            <a:off x="685800" y="552450"/>
            <a:ext cx="10820400" cy="952500"/>
          </a:xfrm>
          <a:prstGeom prst="rect">
            <a:avLst/>
          </a:prstGeom>
          <a:noFill/>
          <a:ln w="0">
            <a:noFill/>
            <a:prstDash val="solid"/>
          </a:ln>
        </p:spPr>
        <p:txBody>
          <a:bodyPr/>
          <a:lstStyle>
            <a:defPPr>
              <a:defRPr sz="3300" b="1">
                <a:solidFill>
                  <a:srgbClr val="F1F5F9"/>
                </a:solidFill>
                <a:latin typeface="DejaVu Sans"/>
                <a:ea typeface="DejaVu Sans"/>
                <a:cs typeface="DejaVu Sans"/>
              </a:defRPr>
            </a:defPPr>
            <a:lvl1pPr>
              <a:defRPr sz="3300" b="1">
                <a:solidFill>
                  <a:srgbClr val="F1F5F9"/>
                </a:solidFill>
                <a:latin typeface="DejaVu Sans"/>
                <a:ea typeface="DejaVu Sans"/>
                <a:cs typeface="DejaVu Sans"/>
              </a:defRPr>
            </a:lvl1pPr>
            <a:lvl2pPr>
              <a:defRPr sz="3300" b="1">
                <a:solidFill>
                  <a:srgbClr val="F1F5F9"/>
                </a:solidFill>
                <a:latin typeface="DejaVu Sans"/>
                <a:ea typeface="DejaVu Sans"/>
                <a:cs typeface="DejaVu Sans"/>
              </a:defRPr>
            </a:lvl2pPr>
            <a:lvl3pPr>
              <a:defRPr sz="3300" b="1">
                <a:solidFill>
                  <a:srgbClr val="F1F5F9"/>
                </a:solidFill>
                <a:latin typeface="DejaVu Sans"/>
                <a:ea typeface="DejaVu Sans"/>
                <a:cs typeface="DejaVu Sans"/>
              </a:defRPr>
            </a:lvl3pPr>
            <a:lvl4pPr>
              <a:defRPr sz="3300" b="1">
                <a:solidFill>
                  <a:srgbClr val="F1F5F9"/>
                </a:solidFill>
                <a:latin typeface="DejaVu Sans"/>
                <a:ea typeface="DejaVu Sans"/>
                <a:cs typeface="DejaVu Sans"/>
              </a:defRPr>
            </a:lvl4pPr>
            <a:lvl5pPr>
              <a:defRPr sz="3300" b="1">
                <a:solidFill>
                  <a:srgbClr val="F1F5F9"/>
                </a:solidFill>
                <a:latin typeface="DejaVu Sans"/>
                <a:ea typeface="DejaVu Sans"/>
                <a:cs typeface="DejaVu Sans"/>
              </a:defRPr>
            </a:lvl5pPr>
            <a:lvl6pPr>
              <a:defRPr sz="3300" b="1">
                <a:solidFill>
                  <a:srgbClr val="F1F5F9"/>
                </a:solidFill>
                <a:latin typeface="DejaVu Sans"/>
                <a:ea typeface="DejaVu Sans"/>
                <a:cs typeface="DejaVu Sans"/>
              </a:defRPr>
            </a:lvl6pPr>
            <a:lvl7pPr>
              <a:defRPr sz="3300" b="1">
                <a:solidFill>
                  <a:srgbClr val="F1F5F9"/>
                </a:solidFill>
                <a:latin typeface="DejaVu Sans"/>
                <a:ea typeface="DejaVu Sans"/>
                <a:cs typeface="DejaVu Sans"/>
              </a:defRPr>
            </a:lvl7pPr>
            <a:lvl8pPr>
              <a:defRPr sz="3300" b="1">
                <a:solidFill>
                  <a:srgbClr val="F1F5F9"/>
                </a:solidFill>
                <a:latin typeface="DejaVu Sans"/>
                <a:ea typeface="DejaVu Sans"/>
                <a:cs typeface="DejaVu Sans"/>
              </a:defRPr>
            </a:lvl8pPr>
            <a:lvl9pPr>
              <a:defRPr sz="3300" b="1">
                <a:solidFill>
                  <a:srgbClr val="F1F5F9"/>
                </a:solidFill>
                <a:latin typeface="DejaVu Sans"/>
                <a:ea typeface="DejaVu Sans"/>
                <a:cs typeface="DejaVu Sans"/>
              </a:defRPr>
            </a:lvl9pPr>
          </a:lstStyle>
          <a:p>
            <a:pPr>
              <a:defRPr sz="3300" b="1">
                <a:solidFill>
                  <a:srgbClr val="F1F5F9"/>
                </a:solidFill>
                <a:latin typeface="DejaVu Sans"/>
                <a:ea typeface="DejaVu Sans"/>
                <a:cs typeface="DejaVu Sans"/>
              </a:defRPr>
            </a:pPr>
            <a:r>
              <a:rPr sz="3300" b="1">
                <a:solidFill>
                  <a:srgbClr val="F1F5F9"/>
                </a:solidFill>
                <a:latin typeface="DejaVu Sans"/>
                <a:ea typeface="DejaVu Sans"/>
                <a:cs typeface="DejaVu Sans"/>
              </a:rPr>
              <a:t>The problem and intended use</a:t>
            </a:r>
          </a:p>
        </p:txBody>
      </p:sp>
      <p:sp>
        <p:nvSpPr>
          <p:cNvPr id="2" name="Rectangle 1">
            <a:extLst>
              <a:ext uri="{FF2B5EF4-FFF2-40B4-BE49-F238E27FC236}">
                <a16:creationId xmlns:a16="http://schemas.microsoft.com/office/drawing/2014/main" id="{A0D1E09C-3791-49F2-B002-D30D0FA9459F}"/>
              </a:ext>
            </a:extLst>
          </p:cNvPr>
          <p:cNvSpPr>
            <a:spLocks noGrp="1"/>
          </p:cNvSpPr>
          <p:nvPr/>
        </p:nvSpPr>
        <p:spPr>
          <a:xfrm>
            <a:off x="11049000" y="6267450"/>
            <a:ext cx="476250" cy="285750"/>
          </a:xfrm>
          <a:prstGeom prst="rect">
            <a:avLst/>
          </a:prstGeom>
          <a:noFill/>
          <a:ln w="0">
            <a:noFill/>
            <a:prstDash val="solid"/>
          </a:ln>
        </p:spPr>
        <p:txBody>
          <a:bodyPr/>
          <a:lstStyle>
            <a:defPPr>
              <a:defRPr sz="1275" b="0">
                <a:solidFill>
                  <a:srgbClr val="94A3B8"/>
                </a:solidFill>
                <a:latin typeface="DejaVu Sans"/>
                <a:ea typeface="DejaVu Sans"/>
                <a:cs typeface="DejaVu Sans"/>
              </a:defRPr>
            </a:defPPr>
            <a:lvl1pPr>
              <a:defRPr sz="1275" b="0">
                <a:solidFill>
                  <a:srgbClr val="94A3B8"/>
                </a:solidFill>
                <a:latin typeface="DejaVu Sans"/>
                <a:ea typeface="DejaVu Sans"/>
                <a:cs typeface="DejaVu Sans"/>
              </a:defRPr>
            </a:lvl1pPr>
            <a:lvl2pPr>
              <a:defRPr sz="1275" b="0">
                <a:solidFill>
                  <a:srgbClr val="94A3B8"/>
                </a:solidFill>
                <a:latin typeface="DejaVu Sans"/>
                <a:ea typeface="DejaVu Sans"/>
                <a:cs typeface="DejaVu Sans"/>
              </a:defRPr>
            </a:lvl2pPr>
            <a:lvl3pPr>
              <a:defRPr sz="1275" b="0">
                <a:solidFill>
                  <a:srgbClr val="94A3B8"/>
                </a:solidFill>
                <a:latin typeface="DejaVu Sans"/>
                <a:ea typeface="DejaVu Sans"/>
                <a:cs typeface="DejaVu Sans"/>
              </a:defRPr>
            </a:lvl3pPr>
            <a:lvl4pPr>
              <a:defRPr sz="1275" b="0">
                <a:solidFill>
                  <a:srgbClr val="94A3B8"/>
                </a:solidFill>
                <a:latin typeface="DejaVu Sans"/>
                <a:ea typeface="DejaVu Sans"/>
                <a:cs typeface="DejaVu Sans"/>
              </a:defRPr>
            </a:lvl4pPr>
            <a:lvl5pPr>
              <a:defRPr sz="1275" b="0">
                <a:solidFill>
                  <a:srgbClr val="94A3B8"/>
                </a:solidFill>
                <a:latin typeface="DejaVu Sans"/>
                <a:ea typeface="DejaVu Sans"/>
                <a:cs typeface="DejaVu Sans"/>
              </a:defRPr>
            </a:lvl5pPr>
            <a:lvl6pPr>
              <a:defRPr sz="1275" b="0">
                <a:solidFill>
                  <a:srgbClr val="94A3B8"/>
                </a:solidFill>
                <a:latin typeface="DejaVu Sans"/>
                <a:ea typeface="DejaVu Sans"/>
                <a:cs typeface="DejaVu Sans"/>
              </a:defRPr>
            </a:lvl6pPr>
            <a:lvl7pPr>
              <a:defRPr sz="1275" b="0">
                <a:solidFill>
                  <a:srgbClr val="94A3B8"/>
                </a:solidFill>
                <a:latin typeface="DejaVu Sans"/>
                <a:ea typeface="DejaVu Sans"/>
                <a:cs typeface="DejaVu Sans"/>
              </a:defRPr>
            </a:lvl7pPr>
            <a:lvl8pPr>
              <a:defRPr sz="1275" b="0">
                <a:solidFill>
                  <a:srgbClr val="94A3B8"/>
                </a:solidFill>
                <a:latin typeface="DejaVu Sans"/>
                <a:ea typeface="DejaVu Sans"/>
                <a:cs typeface="DejaVu Sans"/>
              </a:defRPr>
            </a:lvl8pPr>
            <a:lvl9pPr>
              <a:defRPr sz="1275" b="0">
                <a:solidFill>
                  <a:srgbClr val="94A3B8"/>
                </a:solidFill>
                <a:latin typeface="DejaVu Sans"/>
                <a:ea typeface="DejaVu Sans"/>
                <a:cs typeface="DejaVu Sans"/>
              </a:defRPr>
            </a:lvl9pPr>
          </a:lstStyle>
          <a:p>
            <a:pPr>
              <a:defRPr sz="1275" b="0">
                <a:solidFill>
                  <a:srgbClr val="94A3B8"/>
                </a:solidFill>
                <a:latin typeface="DejaVu Sans"/>
                <a:ea typeface="DejaVu Sans"/>
                <a:cs typeface="DejaVu Sans"/>
              </a:defRPr>
            </a:pPr>
            <a:r>
              <a:rPr sz="1275" b="0">
                <a:solidFill>
                  <a:srgbClr val="94A3B8"/>
                </a:solidFill>
                <a:latin typeface="DejaVu Sans"/>
                <a:ea typeface="DejaVu Sans"/>
                <a:cs typeface="DejaVu Sans"/>
              </a:rPr>
              <a:t>02</a:t>
            </a:r>
          </a:p>
        </p:txBody>
      </p:sp>
      <p:sp>
        <p:nvSpPr>
          <p:cNvPr id="3" name="Rectangle 2">
            <a:extLst>
              <a:ext uri="{FF2B5EF4-FFF2-40B4-BE49-F238E27FC236}">
                <a16:creationId xmlns:a16="http://schemas.microsoft.com/office/drawing/2014/main" id="{67FBAA4B-B492-4415-BE70-491537C92C8E}"/>
              </a:ext>
            </a:extLst>
          </p:cNvPr>
          <p:cNvSpPr>
            <a:spLocks noGrp="1"/>
          </p:cNvSpPr>
          <p:nvPr/>
        </p:nvSpPr>
        <p:spPr>
          <a:xfrm>
            <a:off x="685800" y="1809750"/>
            <a:ext cx="3429000" cy="666750"/>
          </a:xfrm>
          <a:prstGeom prst="rect">
            <a:avLst/>
          </a:prstGeom>
          <a:noFill/>
          <a:ln w="0">
            <a:noFill/>
            <a:prstDash val="solid"/>
          </a:ln>
        </p:spPr>
        <p:txBody>
          <a:bodyPr/>
          <a:lstStyle>
            <a:defPPr>
              <a:defRPr sz="2100" b="1">
                <a:solidFill>
                  <a:srgbClr val="22C55E"/>
                </a:solidFill>
                <a:latin typeface="DejaVu Sans"/>
                <a:ea typeface="DejaVu Sans"/>
                <a:cs typeface="DejaVu Sans"/>
              </a:defRPr>
            </a:defPPr>
            <a:lvl1pPr>
              <a:defRPr sz="2100" b="1">
                <a:solidFill>
                  <a:srgbClr val="22C55E"/>
                </a:solidFill>
                <a:latin typeface="DejaVu Sans"/>
                <a:ea typeface="DejaVu Sans"/>
                <a:cs typeface="DejaVu Sans"/>
              </a:defRPr>
            </a:lvl1pPr>
            <a:lvl2pPr>
              <a:defRPr sz="2100" b="1">
                <a:solidFill>
                  <a:srgbClr val="22C55E"/>
                </a:solidFill>
                <a:latin typeface="DejaVu Sans"/>
                <a:ea typeface="DejaVu Sans"/>
                <a:cs typeface="DejaVu Sans"/>
              </a:defRPr>
            </a:lvl2pPr>
            <a:lvl3pPr>
              <a:defRPr sz="2100" b="1">
                <a:solidFill>
                  <a:srgbClr val="22C55E"/>
                </a:solidFill>
                <a:latin typeface="DejaVu Sans"/>
                <a:ea typeface="DejaVu Sans"/>
                <a:cs typeface="DejaVu Sans"/>
              </a:defRPr>
            </a:lvl3pPr>
            <a:lvl4pPr>
              <a:defRPr sz="2100" b="1">
                <a:solidFill>
                  <a:srgbClr val="22C55E"/>
                </a:solidFill>
                <a:latin typeface="DejaVu Sans"/>
                <a:ea typeface="DejaVu Sans"/>
                <a:cs typeface="DejaVu Sans"/>
              </a:defRPr>
            </a:lvl4pPr>
            <a:lvl5pPr>
              <a:defRPr sz="2100" b="1">
                <a:solidFill>
                  <a:srgbClr val="22C55E"/>
                </a:solidFill>
                <a:latin typeface="DejaVu Sans"/>
                <a:ea typeface="DejaVu Sans"/>
                <a:cs typeface="DejaVu Sans"/>
              </a:defRPr>
            </a:lvl5pPr>
            <a:lvl6pPr>
              <a:defRPr sz="2100" b="1">
                <a:solidFill>
                  <a:srgbClr val="22C55E"/>
                </a:solidFill>
                <a:latin typeface="DejaVu Sans"/>
                <a:ea typeface="DejaVu Sans"/>
                <a:cs typeface="DejaVu Sans"/>
              </a:defRPr>
            </a:lvl6pPr>
            <a:lvl7pPr>
              <a:defRPr sz="2100" b="1">
                <a:solidFill>
                  <a:srgbClr val="22C55E"/>
                </a:solidFill>
                <a:latin typeface="DejaVu Sans"/>
                <a:ea typeface="DejaVu Sans"/>
                <a:cs typeface="DejaVu Sans"/>
              </a:defRPr>
            </a:lvl7pPr>
            <a:lvl8pPr>
              <a:defRPr sz="2100" b="1">
                <a:solidFill>
                  <a:srgbClr val="22C55E"/>
                </a:solidFill>
                <a:latin typeface="DejaVu Sans"/>
                <a:ea typeface="DejaVu Sans"/>
                <a:cs typeface="DejaVu Sans"/>
              </a:defRPr>
            </a:lvl8pPr>
            <a:lvl9pPr>
              <a:defRPr sz="2100" b="1">
                <a:solidFill>
                  <a:srgbClr val="22C55E"/>
                </a:solidFill>
                <a:latin typeface="DejaVu Sans"/>
                <a:ea typeface="DejaVu Sans"/>
                <a:cs typeface="DejaVu Sans"/>
              </a:defRPr>
            </a:lvl9pPr>
          </a:lstStyle>
          <a:p>
            <a:pPr>
              <a:defRPr sz="2100" b="1">
                <a:solidFill>
                  <a:srgbClr val="22C55E"/>
                </a:solidFill>
                <a:latin typeface="DejaVu Sans"/>
                <a:ea typeface="DejaVu Sans"/>
                <a:cs typeface="DejaVu Sans"/>
              </a:defRPr>
            </a:pPr>
            <a:r>
              <a:rPr sz="2100" b="1">
                <a:solidFill>
                  <a:srgbClr val="22C55E"/>
                </a:solidFill>
                <a:latin typeface="DejaVu Sans"/>
                <a:ea typeface="DejaVu Sans"/>
                <a:cs typeface="DejaVu Sans"/>
              </a:rPr>
              <a:t>Problem</a:t>
            </a:r>
          </a:p>
        </p:txBody>
      </p:sp>
      <p:sp>
        <p:nvSpPr>
          <p:cNvPr id="4" name="Rectangle 3">
            <a:extLst>
              <a:ext uri="{FF2B5EF4-FFF2-40B4-BE49-F238E27FC236}">
                <a16:creationId xmlns:a16="http://schemas.microsoft.com/office/drawing/2014/main" id="{476151CA-FE55-4A90-B8AD-4F6CDE38249C}"/>
              </a:ext>
            </a:extLst>
          </p:cNvPr>
          <p:cNvSpPr>
            <a:spLocks noGrp="1"/>
          </p:cNvSpPr>
          <p:nvPr/>
        </p:nvSpPr>
        <p:spPr>
          <a:xfrm>
            <a:off x="4333875" y="1809750"/>
            <a:ext cx="6953250" cy="904875"/>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Small pieces of litter are easy to overlook in a photograph.</a:t>
            </a:r>
          </a:p>
        </p:txBody>
      </p:sp>
      <p:sp>
        <p:nvSpPr>
          <p:cNvPr id="5" name="Rectangle 4">
            <a:extLst>
              <a:ext uri="{FF2B5EF4-FFF2-40B4-BE49-F238E27FC236}">
                <a16:creationId xmlns:a16="http://schemas.microsoft.com/office/drawing/2014/main" id="{7008CD78-0685-4D63-BBAD-BC8DAE40A7AB}"/>
              </a:ext>
            </a:extLst>
          </p:cNvPr>
          <p:cNvSpPr>
            <a:spLocks noGrp="1"/>
          </p:cNvSpPr>
          <p:nvPr/>
        </p:nvSpPr>
        <p:spPr>
          <a:xfrm>
            <a:off x="685800" y="3000375"/>
            <a:ext cx="3429000" cy="666750"/>
          </a:xfrm>
          <a:prstGeom prst="rect">
            <a:avLst/>
          </a:prstGeom>
          <a:noFill/>
          <a:ln w="0">
            <a:noFill/>
            <a:prstDash val="solid"/>
          </a:ln>
        </p:spPr>
        <p:txBody>
          <a:bodyPr/>
          <a:lstStyle>
            <a:defPPr>
              <a:defRPr sz="2100" b="1">
                <a:solidFill>
                  <a:srgbClr val="22C55E"/>
                </a:solidFill>
                <a:latin typeface="DejaVu Sans"/>
                <a:ea typeface="DejaVu Sans"/>
                <a:cs typeface="DejaVu Sans"/>
              </a:defRPr>
            </a:defPPr>
            <a:lvl1pPr>
              <a:defRPr sz="2100" b="1">
                <a:solidFill>
                  <a:srgbClr val="22C55E"/>
                </a:solidFill>
                <a:latin typeface="DejaVu Sans"/>
                <a:ea typeface="DejaVu Sans"/>
                <a:cs typeface="DejaVu Sans"/>
              </a:defRPr>
            </a:lvl1pPr>
            <a:lvl2pPr>
              <a:defRPr sz="2100" b="1">
                <a:solidFill>
                  <a:srgbClr val="22C55E"/>
                </a:solidFill>
                <a:latin typeface="DejaVu Sans"/>
                <a:ea typeface="DejaVu Sans"/>
                <a:cs typeface="DejaVu Sans"/>
              </a:defRPr>
            </a:lvl2pPr>
            <a:lvl3pPr>
              <a:defRPr sz="2100" b="1">
                <a:solidFill>
                  <a:srgbClr val="22C55E"/>
                </a:solidFill>
                <a:latin typeface="DejaVu Sans"/>
                <a:ea typeface="DejaVu Sans"/>
                <a:cs typeface="DejaVu Sans"/>
              </a:defRPr>
            </a:lvl3pPr>
            <a:lvl4pPr>
              <a:defRPr sz="2100" b="1">
                <a:solidFill>
                  <a:srgbClr val="22C55E"/>
                </a:solidFill>
                <a:latin typeface="DejaVu Sans"/>
                <a:ea typeface="DejaVu Sans"/>
                <a:cs typeface="DejaVu Sans"/>
              </a:defRPr>
            </a:lvl4pPr>
            <a:lvl5pPr>
              <a:defRPr sz="2100" b="1">
                <a:solidFill>
                  <a:srgbClr val="22C55E"/>
                </a:solidFill>
                <a:latin typeface="DejaVu Sans"/>
                <a:ea typeface="DejaVu Sans"/>
                <a:cs typeface="DejaVu Sans"/>
              </a:defRPr>
            </a:lvl5pPr>
            <a:lvl6pPr>
              <a:defRPr sz="2100" b="1">
                <a:solidFill>
                  <a:srgbClr val="22C55E"/>
                </a:solidFill>
                <a:latin typeface="DejaVu Sans"/>
                <a:ea typeface="DejaVu Sans"/>
                <a:cs typeface="DejaVu Sans"/>
              </a:defRPr>
            </a:lvl6pPr>
            <a:lvl7pPr>
              <a:defRPr sz="2100" b="1">
                <a:solidFill>
                  <a:srgbClr val="22C55E"/>
                </a:solidFill>
                <a:latin typeface="DejaVu Sans"/>
                <a:ea typeface="DejaVu Sans"/>
                <a:cs typeface="DejaVu Sans"/>
              </a:defRPr>
            </a:lvl7pPr>
            <a:lvl8pPr>
              <a:defRPr sz="2100" b="1">
                <a:solidFill>
                  <a:srgbClr val="22C55E"/>
                </a:solidFill>
                <a:latin typeface="DejaVu Sans"/>
                <a:ea typeface="DejaVu Sans"/>
                <a:cs typeface="DejaVu Sans"/>
              </a:defRPr>
            </a:lvl8pPr>
            <a:lvl9pPr>
              <a:defRPr sz="2100" b="1">
                <a:solidFill>
                  <a:srgbClr val="22C55E"/>
                </a:solidFill>
                <a:latin typeface="DejaVu Sans"/>
                <a:ea typeface="DejaVu Sans"/>
                <a:cs typeface="DejaVu Sans"/>
              </a:defRPr>
            </a:lvl9pPr>
          </a:lstStyle>
          <a:p>
            <a:pPr>
              <a:defRPr sz="2100" b="1">
                <a:solidFill>
                  <a:srgbClr val="22C55E"/>
                </a:solidFill>
                <a:latin typeface="DejaVu Sans"/>
                <a:ea typeface="DejaVu Sans"/>
                <a:cs typeface="DejaVu Sans"/>
              </a:defRPr>
            </a:pPr>
            <a:r>
              <a:rPr sz="2100" b="1">
                <a:solidFill>
                  <a:srgbClr val="22C55E"/>
                </a:solidFill>
                <a:latin typeface="DejaVu Sans"/>
                <a:ea typeface="DejaVu Sans"/>
                <a:cs typeface="DejaVu Sans"/>
              </a:rPr>
              <a:t>Proposed users</a:t>
            </a:r>
          </a:p>
        </p:txBody>
      </p:sp>
      <p:sp>
        <p:nvSpPr>
          <p:cNvPr id="6" name="Rectangle 5">
            <a:extLst>
              <a:ext uri="{FF2B5EF4-FFF2-40B4-BE49-F238E27FC236}">
                <a16:creationId xmlns:a16="http://schemas.microsoft.com/office/drawing/2014/main" id="{29EDB276-EDD3-4C3A-A2E2-559E45E8B375}"/>
              </a:ext>
            </a:extLst>
          </p:cNvPr>
          <p:cNvSpPr>
            <a:spLocks noGrp="1"/>
          </p:cNvSpPr>
          <p:nvPr/>
        </p:nvSpPr>
        <p:spPr>
          <a:xfrm>
            <a:off x="4333875" y="3000375"/>
            <a:ext cx="6953250" cy="904875"/>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Cleanup volunteers and municipal cleanup teams reviewing street photos.</a:t>
            </a:r>
          </a:p>
        </p:txBody>
      </p:sp>
      <p:sp>
        <p:nvSpPr>
          <p:cNvPr id="7" name="Rectangle 6">
            <a:extLst>
              <a:ext uri="{FF2B5EF4-FFF2-40B4-BE49-F238E27FC236}">
                <a16:creationId xmlns:a16="http://schemas.microsoft.com/office/drawing/2014/main" id="{39893DDD-8C03-4DD7-8F88-2E2B8FF656BD}"/>
              </a:ext>
            </a:extLst>
          </p:cNvPr>
          <p:cNvSpPr>
            <a:spLocks noGrp="1"/>
          </p:cNvSpPr>
          <p:nvPr/>
        </p:nvSpPr>
        <p:spPr>
          <a:xfrm>
            <a:off x="685800" y="4191000"/>
            <a:ext cx="3429000" cy="666750"/>
          </a:xfrm>
          <a:prstGeom prst="rect">
            <a:avLst/>
          </a:prstGeom>
          <a:noFill/>
          <a:ln w="0">
            <a:noFill/>
            <a:prstDash val="solid"/>
          </a:ln>
        </p:spPr>
        <p:txBody>
          <a:bodyPr/>
          <a:lstStyle>
            <a:defPPr>
              <a:defRPr sz="2100" b="1">
                <a:solidFill>
                  <a:srgbClr val="22C55E"/>
                </a:solidFill>
                <a:latin typeface="DejaVu Sans"/>
                <a:ea typeface="DejaVu Sans"/>
                <a:cs typeface="DejaVu Sans"/>
              </a:defRPr>
            </a:defPPr>
            <a:lvl1pPr>
              <a:defRPr sz="2100" b="1">
                <a:solidFill>
                  <a:srgbClr val="22C55E"/>
                </a:solidFill>
                <a:latin typeface="DejaVu Sans"/>
                <a:ea typeface="DejaVu Sans"/>
                <a:cs typeface="DejaVu Sans"/>
              </a:defRPr>
            </a:lvl1pPr>
            <a:lvl2pPr>
              <a:defRPr sz="2100" b="1">
                <a:solidFill>
                  <a:srgbClr val="22C55E"/>
                </a:solidFill>
                <a:latin typeface="DejaVu Sans"/>
                <a:ea typeface="DejaVu Sans"/>
                <a:cs typeface="DejaVu Sans"/>
              </a:defRPr>
            </a:lvl2pPr>
            <a:lvl3pPr>
              <a:defRPr sz="2100" b="1">
                <a:solidFill>
                  <a:srgbClr val="22C55E"/>
                </a:solidFill>
                <a:latin typeface="DejaVu Sans"/>
                <a:ea typeface="DejaVu Sans"/>
                <a:cs typeface="DejaVu Sans"/>
              </a:defRPr>
            </a:lvl3pPr>
            <a:lvl4pPr>
              <a:defRPr sz="2100" b="1">
                <a:solidFill>
                  <a:srgbClr val="22C55E"/>
                </a:solidFill>
                <a:latin typeface="DejaVu Sans"/>
                <a:ea typeface="DejaVu Sans"/>
                <a:cs typeface="DejaVu Sans"/>
              </a:defRPr>
            </a:lvl4pPr>
            <a:lvl5pPr>
              <a:defRPr sz="2100" b="1">
                <a:solidFill>
                  <a:srgbClr val="22C55E"/>
                </a:solidFill>
                <a:latin typeface="DejaVu Sans"/>
                <a:ea typeface="DejaVu Sans"/>
                <a:cs typeface="DejaVu Sans"/>
              </a:defRPr>
            </a:lvl5pPr>
            <a:lvl6pPr>
              <a:defRPr sz="2100" b="1">
                <a:solidFill>
                  <a:srgbClr val="22C55E"/>
                </a:solidFill>
                <a:latin typeface="DejaVu Sans"/>
                <a:ea typeface="DejaVu Sans"/>
                <a:cs typeface="DejaVu Sans"/>
              </a:defRPr>
            </a:lvl6pPr>
            <a:lvl7pPr>
              <a:defRPr sz="2100" b="1">
                <a:solidFill>
                  <a:srgbClr val="22C55E"/>
                </a:solidFill>
                <a:latin typeface="DejaVu Sans"/>
                <a:ea typeface="DejaVu Sans"/>
                <a:cs typeface="DejaVu Sans"/>
              </a:defRPr>
            </a:lvl7pPr>
            <a:lvl8pPr>
              <a:defRPr sz="2100" b="1">
                <a:solidFill>
                  <a:srgbClr val="22C55E"/>
                </a:solidFill>
                <a:latin typeface="DejaVu Sans"/>
                <a:ea typeface="DejaVu Sans"/>
                <a:cs typeface="DejaVu Sans"/>
              </a:defRPr>
            </a:lvl8pPr>
            <a:lvl9pPr>
              <a:defRPr sz="2100" b="1">
                <a:solidFill>
                  <a:srgbClr val="22C55E"/>
                </a:solidFill>
                <a:latin typeface="DejaVu Sans"/>
                <a:ea typeface="DejaVu Sans"/>
                <a:cs typeface="DejaVu Sans"/>
              </a:defRPr>
            </a:lvl9pPr>
          </a:lstStyle>
          <a:p>
            <a:pPr>
              <a:defRPr sz="2100" b="1">
                <a:solidFill>
                  <a:srgbClr val="22C55E"/>
                </a:solidFill>
                <a:latin typeface="DejaVu Sans"/>
                <a:ea typeface="DejaVu Sans"/>
                <a:cs typeface="DejaVu Sans"/>
              </a:defRPr>
            </a:pPr>
            <a:r>
              <a:rPr sz="2100" b="1">
                <a:solidFill>
                  <a:srgbClr val="22C55E"/>
                </a:solidFill>
                <a:latin typeface="DejaVu Sans"/>
                <a:ea typeface="DejaVu Sans"/>
                <a:cs typeface="DejaVu Sans"/>
              </a:rPr>
              <a:t>SDG 15 connection</a:t>
            </a:r>
          </a:p>
        </p:txBody>
      </p:sp>
      <p:sp>
        <p:nvSpPr>
          <p:cNvPr id="8" name="Rectangle 7">
            <a:extLst>
              <a:ext uri="{FF2B5EF4-FFF2-40B4-BE49-F238E27FC236}">
                <a16:creationId xmlns:a16="http://schemas.microsoft.com/office/drawing/2014/main" id="{AD04100F-DD66-45BD-8C0B-F6273FB50A14}"/>
              </a:ext>
            </a:extLst>
          </p:cNvPr>
          <p:cNvSpPr>
            <a:spLocks noGrp="1"/>
          </p:cNvSpPr>
          <p:nvPr/>
        </p:nvSpPr>
        <p:spPr>
          <a:xfrm>
            <a:off x="4333875" y="4191000"/>
            <a:ext cx="6953250" cy="904875"/>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Support litter identification on land. Environmental impact remains unmeasured.</a:t>
            </a:r>
          </a:p>
        </p:txBody>
      </p:sp>
    </p:spTree>
    <p:extLst>
      <p:ext uri="{BB962C8B-B14F-4D97-AF65-F5344CB8AC3E}">
        <p14:creationId xmlns:p14="http://schemas.microsoft.com/office/powerpoint/2010/main" val="117829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C9BEB8-888C-4BC3-AF4C-232AD5334ED3}"/>
              </a:ext>
            </a:extLst>
          </p:cNvPr>
          <p:cNvSpPr>
            <a:spLocks noGrp="1"/>
          </p:cNvSpPr>
          <p:nvPr/>
        </p:nvSpPr>
        <p:spPr>
          <a:xfrm>
            <a:off x="685800" y="552450"/>
            <a:ext cx="10820400" cy="952500"/>
          </a:xfrm>
          <a:prstGeom prst="rect">
            <a:avLst/>
          </a:prstGeom>
          <a:noFill/>
          <a:ln w="0">
            <a:noFill/>
            <a:prstDash val="solid"/>
          </a:ln>
        </p:spPr>
        <p:txBody>
          <a:bodyPr/>
          <a:lstStyle>
            <a:defPPr>
              <a:defRPr sz="3300" b="1">
                <a:solidFill>
                  <a:srgbClr val="F1F5F9"/>
                </a:solidFill>
                <a:latin typeface="DejaVu Sans"/>
                <a:ea typeface="DejaVu Sans"/>
                <a:cs typeface="DejaVu Sans"/>
              </a:defRPr>
            </a:defPPr>
            <a:lvl1pPr>
              <a:defRPr sz="3300" b="1">
                <a:solidFill>
                  <a:srgbClr val="F1F5F9"/>
                </a:solidFill>
                <a:latin typeface="DejaVu Sans"/>
                <a:ea typeface="DejaVu Sans"/>
                <a:cs typeface="DejaVu Sans"/>
              </a:defRPr>
            </a:lvl1pPr>
            <a:lvl2pPr>
              <a:defRPr sz="3300" b="1">
                <a:solidFill>
                  <a:srgbClr val="F1F5F9"/>
                </a:solidFill>
                <a:latin typeface="DejaVu Sans"/>
                <a:ea typeface="DejaVu Sans"/>
                <a:cs typeface="DejaVu Sans"/>
              </a:defRPr>
            </a:lvl2pPr>
            <a:lvl3pPr>
              <a:defRPr sz="3300" b="1">
                <a:solidFill>
                  <a:srgbClr val="F1F5F9"/>
                </a:solidFill>
                <a:latin typeface="DejaVu Sans"/>
                <a:ea typeface="DejaVu Sans"/>
                <a:cs typeface="DejaVu Sans"/>
              </a:defRPr>
            </a:lvl3pPr>
            <a:lvl4pPr>
              <a:defRPr sz="3300" b="1">
                <a:solidFill>
                  <a:srgbClr val="F1F5F9"/>
                </a:solidFill>
                <a:latin typeface="DejaVu Sans"/>
                <a:ea typeface="DejaVu Sans"/>
                <a:cs typeface="DejaVu Sans"/>
              </a:defRPr>
            </a:lvl4pPr>
            <a:lvl5pPr>
              <a:defRPr sz="3300" b="1">
                <a:solidFill>
                  <a:srgbClr val="F1F5F9"/>
                </a:solidFill>
                <a:latin typeface="DejaVu Sans"/>
                <a:ea typeface="DejaVu Sans"/>
                <a:cs typeface="DejaVu Sans"/>
              </a:defRPr>
            </a:lvl5pPr>
            <a:lvl6pPr>
              <a:defRPr sz="3300" b="1">
                <a:solidFill>
                  <a:srgbClr val="F1F5F9"/>
                </a:solidFill>
                <a:latin typeface="DejaVu Sans"/>
                <a:ea typeface="DejaVu Sans"/>
                <a:cs typeface="DejaVu Sans"/>
              </a:defRPr>
            </a:lvl6pPr>
            <a:lvl7pPr>
              <a:defRPr sz="3300" b="1">
                <a:solidFill>
                  <a:srgbClr val="F1F5F9"/>
                </a:solidFill>
                <a:latin typeface="DejaVu Sans"/>
                <a:ea typeface="DejaVu Sans"/>
                <a:cs typeface="DejaVu Sans"/>
              </a:defRPr>
            </a:lvl7pPr>
            <a:lvl8pPr>
              <a:defRPr sz="3300" b="1">
                <a:solidFill>
                  <a:srgbClr val="F1F5F9"/>
                </a:solidFill>
                <a:latin typeface="DejaVu Sans"/>
                <a:ea typeface="DejaVu Sans"/>
                <a:cs typeface="DejaVu Sans"/>
              </a:defRPr>
            </a:lvl8pPr>
            <a:lvl9pPr>
              <a:defRPr sz="3300" b="1">
                <a:solidFill>
                  <a:srgbClr val="F1F5F9"/>
                </a:solidFill>
                <a:latin typeface="DejaVu Sans"/>
                <a:ea typeface="DejaVu Sans"/>
                <a:cs typeface="DejaVu Sans"/>
              </a:defRPr>
            </a:lvl9pPr>
          </a:lstStyle>
          <a:p>
            <a:pPr>
              <a:defRPr sz="3300" b="1">
                <a:solidFill>
                  <a:srgbClr val="F1F5F9"/>
                </a:solidFill>
                <a:latin typeface="DejaVu Sans"/>
                <a:ea typeface="DejaVu Sans"/>
                <a:cs typeface="DejaVu Sans"/>
              </a:defRPr>
            </a:pPr>
            <a:r>
              <a:rPr sz="3300" b="1">
                <a:solidFill>
                  <a:srgbClr val="F1F5F9"/>
                </a:solidFill>
                <a:latin typeface="DejaVu Sans"/>
                <a:ea typeface="DejaVu Sans"/>
                <a:cs typeface="DejaVu Sans"/>
              </a:rPr>
              <a:t>Dataset and training</a:t>
            </a:r>
          </a:p>
        </p:txBody>
      </p:sp>
      <p:sp>
        <p:nvSpPr>
          <p:cNvPr id="2" name="Rectangle 1">
            <a:extLst>
              <a:ext uri="{FF2B5EF4-FFF2-40B4-BE49-F238E27FC236}">
                <a16:creationId xmlns:a16="http://schemas.microsoft.com/office/drawing/2014/main" id="{98F58C00-E84A-4C5E-8052-BE305C9F5931}"/>
              </a:ext>
            </a:extLst>
          </p:cNvPr>
          <p:cNvSpPr>
            <a:spLocks noGrp="1"/>
          </p:cNvSpPr>
          <p:nvPr/>
        </p:nvSpPr>
        <p:spPr>
          <a:xfrm>
            <a:off x="11049000" y="6267450"/>
            <a:ext cx="476250" cy="285750"/>
          </a:xfrm>
          <a:prstGeom prst="rect">
            <a:avLst/>
          </a:prstGeom>
          <a:noFill/>
          <a:ln w="0">
            <a:noFill/>
            <a:prstDash val="solid"/>
          </a:ln>
        </p:spPr>
        <p:txBody>
          <a:bodyPr/>
          <a:lstStyle>
            <a:defPPr>
              <a:defRPr sz="1275" b="0">
                <a:solidFill>
                  <a:srgbClr val="94A3B8"/>
                </a:solidFill>
                <a:latin typeface="DejaVu Sans"/>
                <a:ea typeface="DejaVu Sans"/>
                <a:cs typeface="DejaVu Sans"/>
              </a:defRPr>
            </a:defPPr>
            <a:lvl1pPr>
              <a:defRPr sz="1275" b="0">
                <a:solidFill>
                  <a:srgbClr val="94A3B8"/>
                </a:solidFill>
                <a:latin typeface="DejaVu Sans"/>
                <a:ea typeface="DejaVu Sans"/>
                <a:cs typeface="DejaVu Sans"/>
              </a:defRPr>
            </a:lvl1pPr>
            <a:lvl2pPr>
              <a:defRPr sz="1275" b="0">
                <a:solidFill>
                  <a:srgbClr val="94A3B8"/>
                </a:solidFill>
                <a:latin typeface="DejaVu Sans"/>
                <a:ea typeface="DejaVu Sans"/>
                <a:cs typeface="DejaVu Sans"/>
              </a:defRPr>
            </a:lvl2pPr>
            <a:lvl3pPr>
              <a:defRPr sz="1275" b="0">
                <a:solidFill>
                  <a:srgbClr val="94A3B8"/>
                </a:solidFill>
                <a:latin typeface="DejaVu Sans"/>
                <a:ea typeface="DejaVu Sans"/>
                <a:cs typeface="DejaVu Sans"/>
              </a:defRPr>
            </a:lvl3pPr>
            <a:lvl4pPr>
              <a:defRPr sz="1275" b="0">
                <a:solidFill>
                  <a:srgbClr val="94A3B8"/>
                </a:solidFill>
                <a:latin typeface="DejaVu Sans"/>
                <a:ea typeface="DejaVu Sans"/>
                <a:cs typeface="DejaVu Sans"/>
              </a:defRPr>
            </a:lvl4pPr>
            <a:lvl5pPr>
              <a:defRPr sz="1275" b="0">
                <a:solidFill>
                  <a:srgbClr val="94A3B8"/>
                </a:solidFill>
                <a:latin typeface="DejaVu Sans"/>
                <a:ea typeface="DejaVu Sans"/>
                <a:cs typeface="DejaVu Sans"/>
              </a:defRPr>
            </a:lvl5pPr>
            <a:lvl6pPr>
              <a:defRPr sz="1275" b="0">
                <a:solidFill>
                  <a:srgbClr val="94A3B8"/>
                </a:solidFill>
                <a:latin typeface="DejaVu Sans"/>
                <a:ea typeface="DejaVu Sans"/>
                <a:cs typeface="DejaVu Sans"/>
              </a:defRPr>
            </a:lvl6pPr>
            <a:lvl7pPr>
              <a:defRPr sz="1275" b="0">
                <a:solidFill>
                  <a:srgbClr val="94A3B8"/>
                </a:solidFill>
                <a:latin typeface="DejaVu Sans"/>
                <a:ea typeface="DejaVu Sans"/>
                <a:cs typeface="DejaVu Sans"/>
              </a:defRPr>
            </a:lvl7pPr>
            <a:lvl8pPr>
              <a:defRPr sz="1275" b="0">
                <a:solidFill>
                  <a:srgbClr val="94A3B8"/>
                </a:solidFill>
                <a:latin typeface="DejaVu Sans"/>
                <a:ea typeface="DejaVu Sans"/>
                <a:cs typeface="DejaVu Sans"/>
              </a:defRPr>
            </a:lvl8pPr>
            <a:lvl9pPr>
              <a:defRPr sz="1275" b="0">
                <a:solidFill>
                  <a:srgbClr val="94A3B8"/>
                </a:solidFill>
                <a:latin typeface="DejaVu Sans"/>
                <a:ea typeface="DejaVu Sans"/>
                <a:cs typeface="DejaVu Sans"/>
              </a:defRPr>
            </a:lvl9pPr>
          </a:lstStyle>
          <a:p>
            <a:pPr>
              <a:defRPr sz="1275" b="0">
                <a:solidFill>
                  <a:srgbClr val="94A3B8"/>
                </a:solidFill>
                <a:latin typeface="DejaVu Sans"/>
                <a:ea typeface="DejaVu Sans"/>
                <a:cs typeface="DejaVu Sans"/>
              </a:defRPr>
            </a:pPr>
            <a:r>
              <a:rPr sz="1275" b="0">
                <a:solidFill>
                  <a:srgbClr val="94A3B8"/>
                </a:solidFill>
                <a:latin typeface="DejaVu Sans"/>
                <a:ea typeface="DejaVu Sans"/>
                <a:cs typeface="DejaVu Sans"/>
              </a:rPr>
              <a:t>03</a:t>
            </a:r>
          </a:p>
        </p:txBody>
      </p:sp>
      <p:sp>
        <p:nvSpPr>
          <p:cNvPr id="3" name="Rectangle 2">
            <a:extLst>
              <a:ext uri="{FF2B5EF4-FFF2-40B4-BE49-F238E27FC236}">
                <a16:creationId xmlns:a16="http://schemas.microsoft.com/office/drawing/2014/main" id="{FE71488F-132E-439E-B9B1-980EE76CF5F8}"/>
              </a:ext>
            </a:extLst>
          </p:cNvPr>
          <p:cNvSpPr>
            <a:spLocks noGrp="1"/>
          </p:cNvSpPr>
          <p:nvPr/>
        </p:nvSpPr>
        <p:spPr>
          <a:xfrm>
            <a:off x="685800" y="1809750"/>
            <a:ext cx="5715000" cy="1333500"/>
          </a:xfrm>
          <a:prstGeom prst="rect">
            <a:avLst/>
          </a:prstGeom>
          <a:noFill/>
          <a:ln w="0">
            <a:noFill/>
            <a:prstDash val="solid"/>
          </a:ln>
        </p:spPr>
        <p:txBody>
          <a:bodyPr/>
          <a:lstStyle>
            <a:defPPr>
              <a:defRPr sz="7500" b="1">
                <a:solidFill>
                  <a:srgbClr val="22C55E"/>
                </a:solidFill>
                <a:latin typeface="DejaVu Sans"/>
                <a:ea typeface="DejaVu Sans"/>
                <a:cs typeface="DejaVu Sans"/>
              </a:defRPr>
            </a:defPPr>
            <a:lvl1pPr>
              <a:defRPr sz="7500" b="1">
                <a:solidFill>
                  <a:srgbClr val="22C55E"/>
                </a:solidFill>
                <a:latin typeface="DejaVu Sans"/>
                <a:ea typeface="DejaVu Sans"/>
                <a:cs typeface="DejaVu Sans"/>
              </a:defRPr>
            </a:lvl1pPr>
            <a:lvl2pPr>
              <a:defRPr sz="7500" b="1">
                <a:solidFill>
                  <a:srgbClr val="22C55E"/>
                </a:solidFill>
                <a:latin typeface="DejaVu Sans"/>
                <a:ea typeface="DejaVu Sans"/>
                <a:cs typeface="DejaVu Sans"/>
              </a:defRPr>
            </a:lvl2pPr>
            <a:lvl3pPr>
              <a:defRPr sz="7500" b="1">
                <a:solidFill>
                  <a:srgbClr val="22C55E"/>
                </a:solidFill>
                <a:latin typeface="DejaVu Sans"/>
                <a:ea typeface="DejaVu Sans"/>
                <a:cs typeface="DejaVu Sans"/>
              </a:defRPr>
            </a:lvl3pPr>
            <a:lvl4pPr>
              <a:defRPr sz="7500" b="1">
                <a:solidFill>
                  <a:srgbClr val="22C55E"/>
                </a:solidFill>
                <a:latin typeface="DejaVu Sans"/>
                <a:ea typeface="DejaVu Sans"/>
                <a:cs typeface="DejaVu Sans"/>
              </a:defRPr>
            </a:lvl4pPr>
            <a:lvl5pPr>
              <a:defRPr sz="7500" b="1">
                <a:solidFill>
                  <a:srgbClr val="22C55E"/>
                </a:solidFill>
                <a:latin typeface="DejaVu Sans"/>
                <a:ea typeface="DejaVu Sans"/>
                <a:cs typeface="DejaVu Sans"/>
              </a:defRPr>
            </a:lvl5pPr>
            <a:lvl6pPr>
              <a:defRPr sz="7500" b="1">
                <a:solidFill>
                  <a:srgbClr val="22C55E"/>
                </a:solidFill>
                <a:latin typeface="DejaVu Sans"/>
                <a:ea typeface="DejaVu Sans"/>
                <a:cs typeface="DejaVu Sans"/>
              </a:defRPr>
            </a:lvl6pPr>
            <a:lvl7pPr>
              <a:defRPr sz="7500" b="1">
                <a:solidFill>
                  <a:srgbClr val="22C55E"/>
                </a:solidFill>
                <a:latin typeface="DejaVu Sans"/>
                <a:ea typeface="DejaVu Sans"/>
                <a:cs typeface="DejaVu Sans"/>
              </a:defRPr>
            </a:lvl7pPr>
            <a:lvl8pPr>
              <a:defRPr sz="7500" b="1">
                <a:solidFill>
                  <a:srgbClr val="22C55E"/>
                </a:solidFill>
                <a:latin typeface="DejaVu Sans"/>
                <a:ea typeface="DejaVu Sans"/>
                <a:cs typeface="DejaVu Sans"/>
              </a:defRPr>
            </a:lvl8pPr>
            <a:lvl9pPr>
              <a:defRPr sz="7500" b="1">
                <a:solidFill>
                  <a:srgbClr val="22C55E"/>
                </a:solidFill>
                <a:latin typeface="DejaVu Sans"/>
                <a:ea typeface="DejaVu Sans"/>
                <a:cs typeface="DejaVu Sans"/>
              </a:defRPr>
            </a:lvl9pPr>
          </a:lstStyle>
          <a:p>
            <a:pPr>
              <a:defRPr sz="7500" b="1">
                <a:solidFill>
                  <a:srgbClr val="22C55E"/>
                </a:solidFill>
                <a:latin typeface="DejaVu Sans"/>
                <a:ea typeface="DejaVu Sans"/>
                <a:cs typeface="DejaVu Sans"/>
              </a:defRPr>
            </a:pPr>
            <a:r>
              <a:rPr sz="7500" b="1">
                <a:solidFill>
                  <a:srgbClr val="22C55E"/>
                </a:solidFill>
                <a:latin typeface="DejaVu Sans"/>
                <a:ea typeface="DejaVu Sans"/>
                <a:cs typeface="DejaVu Sans"/>
              </a:rPr>
              <a:t>599</a:t>
            </a:r>
          </a:p>
        </p:txBody>
      </p:sp>
      <p:sp>
        <p:nvSpPr>
          <p:cNvPr id="4" name="Rectangle 3">
            <a:extLst>
              <a:ext uri="{FF2B5EF4-FFF2-40B4-BE49-F238E27FC236}">
                <a16:creationId xmlns:a16="http://schemas.microsoft.com/office/drawing/2014/main" id="{3095E954-91C1-4D75-8AAF-DCDEAFCCDBAE}"/>
              </a:ext>
            </a:extLst>
          </p:cNvPr>
          <p:cNvSpPr>
            <a:spLocks noGrp="1"/>
          </p:cNvSpPr>
          <p:nvPr/>
        </p:nvSpPr>
        <p:spPr>
          <a:xfrm>
            <a:off x="685800" y="3190875"/>
            <a:ext cx="6191250" cy="571500"/>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images shown in the project</a:t>
            </a:r>
          </a:p>
        </p:txBody>
      </p:sp>
      <p:sp>
        <p:nvSpPr>
          <p:cNvPr id="5" name="Rectangle 4">
            <a:extLst>
              <a:ext uri="{FF2B5EF4-FFF2-40B4-BE49-F238E27FC236}">
                <a16:creationId xmlns:a16="http://schemas.microsoft.com/office/drawing/2014/main" id="{E62EA361-1DEF-4862-8A24-23CA93E2A972}"/>
              </a:ext>
            </a:extLst>
          </p:cNvPr>
          <p:cNvSpPr>
            <a:spLocks noGrp="1"/>
          </p:cNvSpPr>
          <p:nvPr/>
        </p:nvSpPr>
        <p:spPr>
          <a:xfrm>
            <a:off x="685800" y="4095750"/>
            <a:ext cx="10191750" cy="571500"/>
          </a:xfrm>
          <a:prstGeom prst="rect">
            <a:avLst/>
          </a:prstGeom>
          <a:noFill/>
          <a:ln w="0">
            <a:noFill/>
            <a:prstDash val="solid"/>
          </a:ln>
        </p:spPr>
        <p:txBody>
          <a:bodyPr/>
          <a:lstStyle>
            <a:defPPr>
              <a:defRPr sz="2250" b="0">
                <a:solidFill>
                  <a:srgbClr val="F1F5F9"/>
                </a:solidFill>
                <a:latin typeface="DejaVu Sans"/>
                <a:ea typeface="DejaVu Sans"/>
                <a:cs typeface="DejaVu Sans"/>
              </a:defRPr>
            </a:defPPr>
            <a:lvl1pPr>
              <a:defRPr sz="2250" b="0">
                <a:solidFill>
                  <a:srgbClr val="F1F5F9"/>
                </a:solidFill>
                <a:latin typeface="DejaVu Sans"/>
                <a:ea typeface="DejaVu Sans"/>
                <a:cs typeface="DejaVu Sans"/>
              </a:defRPr>
            </a:lvl1pPr>
            <a:lvl2pPr>
              <a:defRPr sz="2250" b="0">
                <a:solidFill>
                  <a:srgbClr val="F1F5F9"/>
                </a:solidFill>
                <a:latin typeface="DejaVu Sans"/>
                <a:ea typeface="DejaVu Sans"/>
                <a:cs typeface="DejaVu Sans"/>
              </a:defRPr>
            </a:lvl2pPr>
            <a:lvl3pPr>
              <a:defRPr sz="2250" b="0">
                <a:solidFill>
                  <a:srgbClr val="F1F5F9"/>
                </a:solidFill>
                <a:latin typeface="DejaVu Sans"/>
                <a:ea typeface="DejaVu Sans"/>
                <a:cs typeface="DejaVu Sans"/>
              </a:defRPr>
            </a:lvl3pPr>
            <a:lvl4pPr>
              <a:defRPr sz="2250" b="0">
                <a:solidFill>
                  <a:srgbClr val="F1F5F9"/>
                </a:solidFill>
                <a:latin typeface="DejaVu Sans"/>
                <a:ea typeface="DejaVu Sans"/>
                <a:cs typeface="DejaVu Sans"/>
              </a:defRPr>
            </a:lvl4pPr>
            <a:lvl5pPr>
              <a:defRPr sz="2250" b="0">
                <a:solidFill>
                  <a:srgbClr val="F1F5F9"/>
                </a:solidFill>
                <a:latin typeface="DejaVu Sans"/>
                <a:ea typeface="DejaVu Sans"/>
                <a:cs typeface="DejaVu Sans"/>
              </a:defRPr>
            </a:lvl5pPr>
            <a:lvl6pPr>
              <a:defRPr sz="2250" b="0">
                <a:solidFill>
                  <a:srgbClr val="F1F5F9"/>
                </a:solidFill>
                <a:latin typeface="DejaVu Sans"/>
                <a:ea typeface="DejaVu Sans"/>
                <a:cs typeface="DejaVu Sans"/>
              </a:defRPr>
            </a:lvl6pPr>
            <a:lvl7pPr>
              <a:defRPr sz="2250" b="0">
                <a:solidFill>
                  <a:srgbClr val="F1F5F9"/>
                </a:solidFill>
                <a:latin typeface="DejaVu Sans"/>
                <a:ea typeface="DejaVu Sans"/>
                <a:cs typeface="DejaVu Sans"/>
              </a:defRPr>
            </a:lvl7pPr>
            <a:lvl8pPr>
              <a:defRPr sz="2250" b="0">
                <a:solidFill>
                  <a:srgbClr val="F1F5F9"/>
                </a:solidFill>
                <a:latin typeface="DejaVu Sans"/>
                <a:ea typeface="DejaVu Sans"/>
                <a:cs typeface="DejaVu Sans"/>
              </a:defRPr>
            </a:lvl8pPr>
            <a:lvl9pPr>
              <a:defRPr sz="2250" b="0">
                <a:solidFill>
                  <a:srgbClr val="F1F5F9"/>
                </a:solidFill>
                <a:latin typeface="DejaVu Sans"/>
                <a:ea typeface="DejaVu Sans"/>
                <a:cs typeface="DejaVu Sans"/>
              </a:defRPr>
            </a:lvl9pPr>
          </a:lstStyle>
          <a:p>
            <a:pPr>
              <a:defRPr sz="2250" b="0">
                <a:solidFill>
                  <a:srgbClr val="F1F5F9"/>
                </a:solidFill>
                <a:latin typeface="DejaVu Sans"/>
                <a:ea typeface="DejaVu Sans"/>
                <a:cs typeface="DejaVu Sans"/>
              </a:defRPr>
            </a:pPr>
            <a:r>
              <a:rPr sz="2250" b="0">
                <a:solidFill>
                  <a:srgbClr val="F1F5F9"/>
                </a:solidFill>
                <a:latin typeface="DejaVu Sans"/>
                <a:ea typeface="DejaVu Sans"/>
                <a:cs typeface="DejaVu Sans"/>
              </a:rPr>
              <a:t>One target class: cigarette_butt</a:t>
            </a:r>
          </a:p>
        </p:txBody>
      </p:sp>
      <p:sp>
        <p:nvSpPr>
          <p:cNvPr id="6" name="Rectangle 5">
            <a:extLst>
              <a:ext uri="{FF2B5EF4-FFF2-40B4-BE49-F238E27FC236}">
                <a16:creationId xmlns:a16="http://schemas.microsoft.com/office/drawing/2014/main" id="{D0236984-D00B-4A81-BE7D-3D19E302314D}"/>
              </a:ext>
            </a:extLst>
          </p:cNvPr>
          <p:cNvSpPr>
            <a:spLocks noGrp="1"/>
          </p:cNvSpPr>
          <p:nvPr/>
        </p:nvSpPr>
        <p:spPr>
          <a:xfrm>
            <a:off x="685800" y="4857750"/>
            <a:ext cx="10477500" cy="476250"/>
          </a:xfrm>
          <a:prstGeom prst="rect">
            <a:avLst/>
          </a:prstGeom>
          <a:noFill/>
          <a:ln w="0">
            <a:noFill/>
            <a:prstDash val="solid"/>
          </a:ln>
        </p:spPr>
        <p:txBody>
          <a:bodyPr/>
          <a:lstStyle>
            <a:defPPr>
              <a:defRPr sz="2100" b="0">
                <a:solidFill>
                  <a:srgbClr val="F1F5F9"/>
                </a:solidFill>
                <a:latin typeface="DejaVu Sans"/>
                <a:ea typeface="DejaVu Sans"/>
                <a:cs typeface="DejaVu Sans"/>
              </a:defRPr>
            </a:defPPr>
            <a:lvl1pPr>
              <a:defRPr sz="2100" b="0">
                <a:solidFill>
                  <a:srgbClr val="F1F5F9"/>
                </a:solidFill>
                <a:latin typeface="DejaVu Sans"/>
                <a:ea typeface="DejaVu Sans"/>
                <a:cs typeface="DejaVu Sans"/>
              </a:defRPr>
            </a:lvl1pPr>
            <a:lvl2pPr>
              <a:defRPr sz="2100" b="0">
                <a:solidFill>
                  <a:srgbClr val="F1F5F9"/>
                </a:solidFill>
                <a:latin typeface="DejaVu Sans"/>
                <a:ea typeface="DejaVu Sans"/>
                <a:cs typeface="DejaVu Sans"/>
              </a:defRPr>
            </a:lvl2pPr>
            <a:lvl3pPr>
              <a:defRPr sz="2100" b="0">
                <a:solidFill>
                  <a:srgbClr val="F1F5F9"/>
                </a:solidFill>
                <a:latin typeface="DejaVu Sans"/>
                <a:ea typeface="DejaVu Sans"/>
                <a:cs typeface="DejaVu Sans"/>
              </a:defRPr>
            </a:lvl3pPr>
            <a:lvl4pPr>
              <a:defRPr sz="2100" b="0">
                <a:solidFill>
                  <a:srgbClr val="F1F5F9"/>
                </a:solidFill>
                <a:latin typeface="DejaVu Sans"/>
                <a:ea typeface="DejaVu Sans"/>
                <a:cs typeface="DejaVu Sans"/>
              </a:defRPr>
            </a:lvl4pPr>
            <a:lvl5pPr>
              <a:defRPr sz="2100" b="0">
                <a:solidFill>
                  <a:srgbClr val="F1F5F9"/>
                </a:solidFill>
                <a:latin typeface="DejaVu Sans"/>
                <a:ea typeface="DejaVu Sans"/>
                <a:cs typeface="DejaVu Sans"/>
              </a:defRPr>
            </a:lvl5pPr>
            <a:lvl6pPr>
              <a:defRPr sz="2100" b="0">
                <a:solidFill>
                  <a:srgbClr val="F1F5F9"/>
                </a:solidFill>
                <a:latin typeface="DejaVu Sans"/>
                <a:ea typeface="DejaVu Sans"/>
                <a:cs typeface="DejaVu Sans"/>
              </a:defRPr>
            </a:lvl6pPr>
            <a:lvl7pPr>
              <a:defRPr sz="2100" b="0">
                <a:solidFill>
                  <a:srgbClr val="F1F5F9"/>
                </a:solidFill>
                <a:latin typeface="DejaVu Sans"/>
                <a:ea typeface="DejaVu Sans"/>
                <a:cs typeface="DejaVu Sans"/>
              </a:defRPr>
            </a:lvl7pPr>
            <a:lvl8pPr>
              <a:defRPr sz="2100" b="0">
                <a:solidFill>
                  <a:srgbClr val="F1F5F9"/>
                </a:solidFill>
                <a:latin typeface="DejaVu Sans"/>
                <a:ea typeface="DejaVu Sans"/>
                <a:cs typeface="DejaVu Sans"/>
              </a:defRPr>
            </a:lvl8pPr>
            <a:lvl9pPr>
              <a:defRPr sz="2100" b="0">
                <a:solidFill>
                  <a:srgbClr val="F1F5F9"/>
                </a:solidFill>
                <a:latin typeface="DejaVu Sans"/>
                <a:ea typeface="DejaVu Sans"/>
                <a:cs typeface="DejaVu Sans"/>
              </a:defRPr>
            </a:lvl9pPr>
          </a:lstStyle>
          <a:p>
            <a:pPr>
              <a:defRPr sz="2100" b="0">
                <a:solidFill>
                  <a:srgbClr val="F1F5F9"/>
                </a:solidFill>
                <a:latin typeface="DejaVu Sans"/>
                <a:ea typeface="DejaVu Sans"/>
                <a:cs typeface="DejaVu Sans"/>
              </a:defRPr>
            </a:pPr>
            <a:r>
              <a:rPr sz="2100" b="0">
                <a:solidFill>
                  <a:srgbClr val="F1F5F9"/>
                </a:solidFill>
                <a:latin typeface="DejaVu Sans"/>
                <a:ea typeface="DejaVu Sans"/>
                <a:cs typeface="DejaVu Sans"/>
              </a:rPr>
              <a:t>RF-DETR Small   /   640 × 640 input</a:t>
            </a:r>
          </a:p>
        </p:txBody>
      </p:sp>
      <p:sp>
        <p:nvSpPr>
          <p:cNvPr id="7" name="Rectangle 6">
            <a:extLst>
              <a:ext uri="{FF2B5EF4-FFF2-40B4-BE49-F238E27FC236}">
                <a16:creationId xmlns:a16="http://schemas.microsoft.com/office/drawing/2014/main" id="{0C4EC24B-CE4D-4B98-9525-14D99EC3E6C8}"/>
              </a:ext>
            </a:extLst>
          </p:cNvPr>
          <p:cNvSpPr>
            <a:spLocks noGrp="1"/>
          </p:cNvSpPr>
          <p:nvPr/>
        </p:nvSpPr>
        <p:spPr>
          <a:xfrm>
            <a:off x="685800" y="5476875"/>
            <a:ext cx="10668000" cy="476250"/>
          </a:xfrm>
          <a:prstGeom prst="rect">
            <a:avLst/>
          </a:prstGeom>
          <a:noFill/>
          <a:ln w="0">
            <a:noFill/>
            <a:prstDash val="solid"/>
          </a:ln>
        </p:spPr>
        <p:txBody>
          <a:bodyPr/>
          <a:lstStyle>
            <a:defPPr>
              <a:defRPr sz="1800" b="0">
                <a:solidFill>
                  <a:srgbClr val="94A3B8"/>
                </a:solidFill>
                <a:latin typeface="DejaVu Sans"/>
                <a:ea typeface="DejaVu Sans"/>
                <a:cs typeface="DejaVu Sans"/>
              </a:defRPr>
            </a:defPPr>
            <a:lvl1pPr>
              <a:defRPr sz="1800" b="0">
                <a:solidFill>
                  <a:srgbClr val="94A3B8"/>
                </a:solidFill>
                <a:latin typeface="DejaVu Sans"/>
                <a:ea typeface="DejaVu Sans"/>
                <a:cs typeface="DejaVu Sans"/>
              </a:defRPr>
            </a:lvl1pPr>
            <a:lvl2pPr>
              <a:defRPr sz="1800" b="0">
                <a:solidFill>
                  <a:srgbClr val="94A3B8"/>
                </a:solidFill>
                <a:latin typeface="DejaVu Sans"/>
                <a:ea typeface="DejaVu Sans"/>
                <a:cs typeface="DejaVu Sans"/>
              </a:defRPr>
            </a:lvl2pPr>
            <a:lvl3pPr>
              <a:defRPr sz="1800" b="0">
                <a:solidFill>
                  <a:srgbClr val="94A3B8"/>
                </a:solidFill>
                <a:latin typeface="DejaVu Sans"/>
                <a:ea typeface="DejaVu Sans"/>
                <a:cs typeface="DejaVu Sans"/>
              </a:defRPr>
            </a:lvl3pPr>
            <a:lvl4pPr>
              <a:defRPr sz="1800" b="0">
                <a:solidFill>
                  <a:srgbClr val="94A3B8"/>
                </a:solidFill>
                <a:latin typeface="DejaVu Sans"/>
                <a:ea typeface="DejaVu Sans"/>
                <a:cs typeface="DejaVu Sans"/>
              </a:defRPr>
            </a:lvl4pPr>
            <a:lvl5pPr>
              <a:defRPr sz="1800" b="0">
                <a:solidFill>
                  <a:srgbClr val="94A3B8"/>
                </a:solidFill>
                <a:latin typeface="DejaVu Sans"/>
                <a:ea typeface="DejaVu Sans"/>
                <a:cs typeface="DejaVu Sans"/>
              </a:defRPr>
            </a:lvl5pPr>
            <a:lvl6pPr>
              <a:defRPr sz="1800" b="0">
                <a:solidFill>
                  <a:srgbClr val="94A3B8"/>
                </a:solidFill>
                <a:latin typeface="DejaVu Sans"/>
                <a:ea typeface="DejaVu Sans"/>
                <a:cs typeface="DejaVu Sans"/>
              </a:defRPr>
            </a:lvl6pPr>
            <a:lvl7pPr>
              <a:defRPr sz="1800" b="0">
                <a:solidFill>
                  <a:srgbClr val="94A3B8"/>
                </a:solidFill>
                <a:latin typeface="DejaVu Sans"/>
                <a:ea typeface="DejaVu Sans"/>
                <a:cs typeface="DejaVu Sans"/>
              </a:defRPr>
            </a:lvl7pPr>
            <a:lvl8pPr>
              <a:defRPr sz="1800" b="0">
                <a:solidFill>
                  <a:srgbClr val="94A3B8"/>
                </a:solidFill>
                <a:latin typeface="DejaVu Sans"/>
                <a:ea typeface="DejaVu Sans"/>
                <a:cs typeface="DejaVu Sans"/>
              </a:defRPr>
            </a:lvl8pPr>
            <a:lvl9pPr>
              <a:defRPr sz="1800" b="0">
                <a:solidFill>
                  <a:srgbClr val="94A3B8"/>
                </a:solidFill>
                <a:latin typeface="DejaVu Sans"/>
                <a:ea typeface="DejaVu Sans"/>
                <a:cs typeface="DejaVu Sans"/>
              </a:defRPr>
            </a:lvl9pPr>
          </a:lstStyle>
          <a:p>
            <a:pPr>
              <a:defRPr sz="1800" b="0">
                <a:solidFill>
                  <a:srgbClr val="94A3B8"/>
                </a:solidFill>
                <a:latin typeface="DejaVu Sans"/>
                <a:ea typeface="DejaVu Sans"/>
                <a:cs typeface="DejaVu Sans"/>
              </a:defRPr>
            </a:pPr>
            <a:r>
              <a:rPr sz="1800" b="0">
                <a:solidFill>
                  <a:srgbClr val="94A3B8"/>
                </a:solidFill>
                <a:latin typeface="DejaVu Sans"/>
                <a:ea typeface="DejaVu Sans"/>
                <a:cs typeface="DejaVu Sans"/>
              </a:rPr>
              <a:t>Auto-Orient + Resize   /   50% horizontal flip during training</a:t>
            </a:r>
          </a:p>
        </p:txBody>
      </p:sp>
    </p:spTree>
    <p:extLst>
      <p:ext uri="{BB962C8B-B14F-4D97-AF65-F5344CB8AC3E}">
        <p14:creationId xmlns:p14="http://schemas.microsoft.com/office/powerpoint/2010/main" val="1429170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84B37DD-E411-4E7F-8DDB-5B674C2EB06B}"/>
              </a:ext>
            </a:extLst>
          </p:cNvPr>
          <p:cNvSpPr>
            <a:spLocks noGrp="1"/>
          </p:cNvSpPr>
          <p:nvPr/>
        </p:nvSpPr>
        <p:spPr>
          <a:xfrm>
            <a:off x="685800" y="552450"/>
            <a:ext cx="10820400" cy="952500"/>
          </a:xfrm>
          <a:prstGeom prst="rect">
            <a:avLst/>
          </a:prstGeom>
          <a:noFill/>
          <a:ln w="0">
            <a:noFill/>
            <a:prstDash val="solid"/>
          </a:ln>
        </p:spPr>
        <p:txBody>
          <a:bodyPr/>
          <a:lstStyle>
            <a:defPPr>
              <a:defRPr sz="3300" b="1">
                <a:solidFill>
                  <a:srgbClr val="F1F5F9"/>
                </a:solidFill>
                <a:latin typeface="DejaVu Sans"/>
                <a:ea typeface="DejaVu Sans"/>
                <a:cs typeface="DejaVu Sans"/>
              </a:defRPr>
            </a:defPPr>
            <a:lvl1pPr>
              <a:defRPr sz="3300" b="1">
                <a:solidFill>
                  <a:srgbClr val="F1F5F9"/>
                </a:solidFill>
                <a:latin typeface="DejaVu Sans"/>
                <a:ea typeface="DejaVu Sans"/>
                <a:cs typeface="DejaVu Sans"/>
              </a:defRPr>
            </a:lvl1pPr>
            <a:lvl2pPr>
              <a:defRPr sz="3300" b="1">
                <a:solidFill>
                  <a:srgbClr val="F1F5F9"/>
                </a:solidFill>
                <a:latin typeface="DejaVu Sans"/>
                <a:ea typeface="DejaVu Sans"/>
                <a:cs typeface="DejaVu Sans"/>
              </a:defRPr>
            </a:lvl2pPr>
            <a:lvl3pPr>
              <a:defRPr sz="3300" b="1">
                <a:solidFill>
                  <a:srgbClr val="F1F5F9"/>
                </a:solidFill>
                <a:latin typeface="DejaVu Sans"/>
                <a:ea typeface="DejaVu Sans"/>
                <a:cs typeface="DejaVu Sans"/>
              </a:defRPr>
            </a:lvl3pPr>
            <a:lvl4pPr>
              <a:defRPr sz="3300" b="1">
                <a:solidFill>
                  <a:srgbClr val="F1F5F9"/>
                </a:solidFill>
                <a:latin typeface="DejaVu Sans"/>
                <a:ea typeface="DejaVu Sans"/>
                <a:cs typeface="DejaVu Sans"/>
              </a:defRPr>
            </a:lvl4pPr>
            <a:lvl5pPr>
              <a:defRPr sz="3300" b="1">
                <a:solidFill>
                  <a:srgbClr val="F1F5F9"/>
                </a:solidFill>
                <a:latin typeface="DejaVu Sans"/>
                <a:ea typeface="DejaVu Sans"/>
                <a:cs typeface="DejaVu Sans"/>
              </a:defRPr>
            </a:lvl5pPr>
            <a:lvl6pPr>
              <a:defRPr sz="3300" b="1">
                <a:solidFill>
                  <a:srgbClr val="F1F5F9"/>
                </a:solidFill>
                <a:latin typeface="DejaVu Sans"/>
                <a:ea typeface="DejaVu Sans"/>
                <a:cs typeface="DejaVu Sans"/>
              </a:defRPr>
            </a:lvl6pPr>
            <a:lvl7pPr>
              <a:defRPr sz="3300" b="1">
                <a:solidFill>
                  <a:srgbClr val="F1F5F9"/>
                </a:solidFill>
                <a:latin typeface="DejaVu Sans"/>
                <a:ea typeface="DejaVu Sans"/>
                <a:cs typeface="DejaVu Sans"/>
              </a:defRPr>
            </a:lvl7pPr>
            <a:lvl8pPr>
              <a:defRPr sz="3300" b="1">
                <a:solidFill>
                  <a:srgbClr val="F1F5F9"/>
                </a:solidFill>
                <a:latin typeface="DejaVu Sans"/>
                <a:ea typeface="DejaVu Sans"/>
                <a:cs typeface="DejaVu Sans"/>
              </a:defRPr>
            </a:lvl8pPr>
            <a:lvl9pPr>
              <a:defRPr sz="3300" b="1">
                <a:solidFill>
                  <a:srgbClr val="F1F5F9"/>
                </a:solidFill>
                <a:latin typeface="DejaVu Sans"/>
                <a:ea typeface="DejaVu Sans"/>
                <a:cs typeface="DejaVu Sans"/>
              </a:defRPr>
            </a:lvl9pPr>
          </a:lstStyle>
          <a:p>
            <a:pPr>
              <a:defRPr sz="3300" b="1">
                <a:solidFill>
                  <a:srgbClr val="F1F5F9"/>
                </a:solidFill>
                <a:latin typeface="DejaVu Sans"/>
                <a:ea typeface="DejaVu Sans"/>
                <a:cs typeface="DejaVu Sans"/>
              </a:defRPr>
            </a:pPr>
            <a:r>
              <a:rPr sz="3300" b="1">
                <a:solidFill>
                  <a:srgbClr val="F1F5F9"/>
                </a:solidFill>
                <a:latin typeface="DejaVu Sans"/>
                <a:ea typeface="DejaVu Sans"/>
                <a:cs typeface="DejaVu Sans"/>
              </a:rPr>
              <a:t>Reported test results</a:t>
            </a:r>
          </a:p>
        </p:txBody>
      </p:sp>
      <p:sp>
        <p:nvSpPr>
          <p:cNvPr id="2" name="Rectangle 1">
            <a:extLst>
              <a:ext uri="{FF2B5EF4-FFF2-40B4-BE49-F238E27FC236}">
                <a16:creationId xmlns:a16="http://schemas.microsoft.com/office/drawing/2014/main" id="{96028F3D-11AC-4AB5-A8F5-CD34EE453DD1}"/>
              </a:ext>
            </a:extLst>
          </p:cNvPr>
          <p:cNvSpPr>
            <a:spLocks noGrp="1"/>
          </p:cNvSpPr>
          <p:nvPr/>
        </p:nvSpPr>
        <p:spPr>
          <a:xfrm>
            <a:off x="11049000" y="6267450"/>
            <a:ext cx="476250" cy="285750"/>
          </a:xfrm>
          <a:prstGeom prst="rect">
            <a:avLst/>
          </a:prstGeom>
          <a:noFill/>
          <a:ln w="0">
            <a:noFill/>
            <a:prstDash val="solid"/>
          </a:ln>
        </p:spPr>
        <p:txBody>
          <a:bodyPr/>
          <a:lstStyle>
            <a:defPPr>
              <a:defRPr sz="1275" b="0">
                <a:solidFill>
                  <a:srgbClr val="94A3B8"/>
                </a:solidFill>
                <a:latin typeface="DejaVu Sans"/>
                <a:ea typeface="DejaVu Sans"/>
                <a:cs typeface="DejaVu Sans"/>
              </a:defRPr>
            </a:defPPr>
            <a:lvl1pPr>
              <a:defRPr sz="1275" b="0">
                <a:solidFill>
                  <a:srgbClr val="94A3B8"/>
                </a:solidFill>
                <a:latin typeface="DejaVu Sans"/>
                <a:ea typeface="DejaVu Sans"/>
                <a:cs typeface="DejaVu Sans"/>
              </a:defRPr>
            </a:lvl1pPr>
            <a:lvl2pPr>
              <a:defRPr sz="1275" b="0">
                <a:solidFill>
                  <a:srgbClr val="94A3B8"/>
                </a:solidFill>
                <a:latin typeface="DejaVu Sans"/>
                <a:ea typeface="DejaVu Sans"/>
                <a:cs typeface="DejaVu Sans"/>
              </a:defRPr>
            </a:lvl2pPr>
            <a:lvl3pPr>
              <a:defRPr sz="1275" b="0">
                <a:solidFill>
                  <a:srgbClr val="94A3B8"/>
                </a:solidFill>
                <a:latin typeface="DejaVu Sans"/>
                <a:ea typeface="DejaVu Sans"/>
                <a:cs typeface="DejaVu Sans"/>
              </a:defRPr>
            </a:lvl3pPr>
            <a:lvl4pPr>
              <a:defRPr sz="1275" b="0">
                <a:solidFill>
                  <a:srgbClr val="94A3B8"/>
                </a:solidFill>
                <a:latin typeface="DejaVu Sans"/>
                <a:ea typeface="DejaVu Sans"/>
                <a:cs typeface="DejaVu Sans"/>
              </a:defRPr>
            </a:lvl4pPr>
            <a:lvl5pPr>
              <a:defRPr sz="1275" b="0">
                <a:solidFill>
                  <a:srgbClr val="94A3B8"/>
                </a:solidFill>
                <a:latin typeface="DejaVu Sans"/>
                <a:ea typeface="DejaVu Sans"/>
                <a:cs typeface="DejaVu Sans"/>
              </a:defRPr>
            </a:lvl5pPr>
            <a:lvl6pPr>
              <a:defRPr sz="1275" b="0">
                <a:solidFill>
                  <a:srgbClr val="94A3B8"/>
                </a:solidFill>
                <a:latin typeface="DejaVu Sans"/>
                <a:ea typeface="DejaVu Sans"/>
                <a:cs typeface="DejaVu Sans"/>
              </a:defRPr>
            </a:lvl6pPr>
            <a:lvl7pPr>
              <a:defRPr sz="1275" b="0">
                <a:solidFill>
                  <a:srgbClr val="94A3B8"/>
                </a:solidFill>
                <a:latin typeface="DejaVu Sans"/>
                <a:ea typeface="DejaVu Sans"/>
                <a:cs typeface="DejaVu Sans"/>
              </a:defRPr>
            </a:lvl7pPr>
            <a:lvl8pPr>
              <a:defRPr sz="1275" b="0">
                <a:solidFill>
                  <a:srgbClr val="94A3B8"/>
                </a:solidFill>
                <a:latin typeface="DejaVu Sans"/>
                <a:ea typeface="DejaVu Sans"/>
                <a:cs typeface="DejaVu Sans"/>
              </a:defRPr>
            </a:lvl8pPr>
            <a:lvl9pPr>
              <a:defRPr sz="1275" b="0">
                <a:solidFill>
                  <a:srgbClr val="94A3B8"/>
                </a:solidFill>
                <a:latin typeface="DejaVu Sans"/>
                <a:ea typeface="DejaVu Sans"/>
                <a:cs typeface="DejaVu Sans"/>
              </a:defRPr>
            </a:lvl9pPr>
          </a:lstStyle>
          <a:p>
            <a:pPr>
              <a:defRPr sz="1275" b="0">
                <a:solidFill>
                  <a:srgbClr val="94A3B8"/>
                </a:solidFill>
                <a:latin typeface="DejaVu Sans"/>
                <a:ea typeface="DejaVu Sans"/>
                <a:cs typeface="DejaVu Sans"/>
              </a:defRPr>
            </a:pPr>
            <a:r>
              <a:rPr sz="1275" b="0">
                <a:solidFill>
                  <a:srgbClr val="94A3B8"/>
                </a:solidFill>
                <a:latin typeface="DejaVu Sans"/>
                <a:ea typeface="DejaVu Sans"/>
                <a:cs typeface="DejaVu Sans"/>
              </a:rPr>
              <a:t>04</a:t>
            </a:r>
          </a:p>
        </p:txBody>
      </p:sp>
      <p:sp>
        <p:nvSpPr>
          <p:cNvPr id="3" name="Rectangle 2">
            <a:extLst>
              <a:ext uri="{FF2B5EF4-FFF2-40B4-BE49-F238E27FC236}">
                <a16:creationId xmlns:a16="http://schemas.microsoft.com/office/drawing/2014/main" id="{71017FC0-A310-4B92-B849-E6909880E048}"/>
              </a:ext>
            </a:extLst>
          </p:cNvPr>
          <p:cNvSpPr>
            <a:spLocks noGrp="1"/>
          </p:cNvSpPr>
          <p:nvPr/>
        </p:nvSpPr>
        <p:spPr>
          <a:xfrm>
            <a:off x="685800" y="1809750"/>
            <a:ext cx="5238750" cy="952500"/>
          </a:xfrm>
          <a:prstGeom prst="rect">
            <a:avLst/>
          </a:prstGeom>
          <a:noFill/>
          <a:ln w="0">
            <a:noFill/>
            <a:prstDash val="solid"/>
          </a:ln>
        </p:spPr>
        <p:txBody>
          <a:bodyPr/>
          <a:lstStyle>
            <a:defPPr>
              <a:defRPr sz="5700" b="1">
                <a:solidFill>
                  <a:srgbClr val="22C55E"/>
                </a:solidFill>
                <a:latin typeface="DejaVu Sans"/>
                <a:ea typeface="DejaVu Sans"/>
                <a:cs typeface="DejaVu Sans"/>
              </a:defRPr>
            </a:defPPr>
            <a:lvl1pPr>
              <a:defRPr sz="5700" b="1">
                <a:solidFill>
                  <a:srgbClr val="22C55E"/>
                </a:solidFill>
                <a:latin typeface="DejaVu Sans"/>
                <a:ea typeface="DejaVu Sans"/>
                <a:cs typeface="DejaVu Sans"/>
              </a:defRPr>
            </a:lvl1pPr>
            <a:lvl2pPr>
              <a:defRPr sz="5700" b="1">
                <a:solidFill>
                  <a:srgbClr val="22C55E"/>
                </a:solidFill>
                <a:latin typeface="DejaVu Sans"/>
                <a:ea typeface="DejaVu Sans"/>
                <a:cs typeface="DejaVu Sans"/>
              </a:defRPr>
            </a:lvl2pPr>
            <a:lvl3pPr>
              <a:defRPr sz="5700" b="1">
                <a:solidFill>
                  <a:srgbClr val="22C55E"/>
                </a:solidFill>
                <a:latin typeface="DejaVu Sans"/>
                <a:ea typeface="DejaVu Sans"/>
                <a:cs typeface="DejaVu Sans"/>
              </a:defRPr>
            </a:lvl3pPr>
            <a:lvl4pPr>
              <a:defRPr sz="5700" b="1">
                <a:solidFill>
                  <a:srgbClr val="22C55E"/>
                </a:solidFill>
                <a:latin typeface="DejaVu Sans"/>
                <a:ea typeface="DejaVu Sans"/>
                <a:cs typeface="DejaVu Sans"/>
              </a:defRPr>
            </a:lvl4pPr>
            <a:lvl5pPr>
              <a:defRPr sz="5700" b="1">
                <a:solidFill>
                  <a:srgbClr val="22C55E"/>
                </a:solidFill>
                <a:latin typeface="DejaVu Sans"/>
                <a:ea typeface="DejaVu Sans"/>
                <a:cs typeface="DejaVu Sans"/>
              </a:defRPr>
            </a:lvl5pPr>
            <a:lvl6pPr>
              <a:defRPr sz="5700" b="1">
                <a:solidFill>
                  <a:srgbClr val="22C55E"/>
                </a:solidFill>
                <a:latin typeface="DejaVu Sans"/>
                <a:ea typeface="DejaVu Sans"/>
                <a:cs typeface="DejaVu Sans"/>
              </a:defRPr>
            </a:lvl6pPr>
            <a:lvl7pPr>
              <a:defRPr sz="5700" b="1">
                <a:solidFill>
                  <a:srgbClr val="22C55E"/>
                </a:solidFill>
                <a:latin typeface="DejaVu Sans"/>
                <a:ea typeface="DejaVu Sans"/>
                <a:cs typeface="DejaVu Sans"/>
              </a:defRPr>
            </a:lvl7pPr>
            <a:lvl8pPr>
              <a:defRPr sz="5700" b="1">
                <a:solidFill>
                  <a:srgbClr val="22C55E"/>
                </a:solidFill>
                <a:latin typeface="DejaVu Sans"/>
                <a:ea typeface="DejaVu Sans"/>
                <a:cs typeface="DejaVu Sans"/>
              </a:defRPr>
            </a:lvl8pPr>
            <a:lvl9pPr>
              <a:defRPr sz="5700" b="1">
                <a:solidFill>
                  <a:srgbClr val="22C55E"/>
                </a:solidFill>
                <a:latin typeface="DejaVu Sans"/>
                <a:ea typeface="DejaVu Sans"/>
                <a:cs typeface="DejaVu Sans"/>
              </a:defRPr>
            </a:lvl9pPr>
          </a:lstStyle>
          <a:p>
            <a:pPr>
              <a:defRPr sz="5700" b="1">
                <a:solidFill>
                  <a:srgbClr val="22C55E"/>
                </a:solidFill>
                <a:latin typeface="DejaVu Sans"/>
                <a:ea typeface="DejaVu Sans"/>
                <a:cs typeface="DejaVu Sans"/>
              </a:defRPr>
            </a:pPr>
            <a:r>
              <a:rPr sz="5700" b="1">
                <a:solidFill>
                  <a:srgbClr val="22C55E"/>
                </a:solidFill>
                <a:latin typeface="DejaVu Sans"/>
                <a:ea typeface="DejaVu Sans"/>
                <a:cs typeface="DejaVu Sans"/>
              </a:rPr>
              <a:t>79.8%</a:t>
            </a:r>
          </a:p>
        </p:txBody>
      </p:sp>
      <p:sp>
        <p:nvSpPr>
          <p:cNvPr id="4" name="Rectangle 3">
            <a:extLst>
              <a:ext uri="{FF2B5EF4-FFF2-40B4-BE49-F238E27FC236}">
                <a16:creationId xmlns:a16="http://schemas.microsoft.com/office/drawing/2014/main" id="{8B8D10DA-D516-4CC3-B5BC-925D725102D3}"/>
              </a:ext>
            </a:extLst>
          </p:cNvPr>
          <p:cNvSpPr>
            <a:spLocks noGrp="1"/>
          </p:cNvSpPr>
          <p:nvPr/>
        </p:nvSpPr>
        <p:spPr>
          <a:xfrm>
            <a:off x="685800" y="2762250"/>
            <a:ext cx="5238750" cy="476250"/>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mAP@50</a:t>
            </a:r>
          </a:p>
        </p:txBody>
      </p:sp>
      <p:sp>
        <p:nvSpPr>
          <p:cNvPr id="5" name="Rectangle 4">
            <a:extLst>
              <a:ext uri="{FF2B5EF4-FFF2-40B4-BE49-F238E27FC236}">
                <a16:creationId xmlns:a16="http://schemas.microsoft.com/office/drawing/2014/main" id="{8CEF9383-F41C-4A35-9791-6E125377F601}"/>
              </a:ext>
            </a:extLst>
          </p:cNvPr>
          <p:cNvSpPr>
            <a:spLocks noGrp="1"/>
          </p:cNvSpPr>
          <p:nvPr/>
        </p:nvSpPr>
        <p:spPr>
          <a:xfrm>
            <a:off x="6305550" y="1809750"/>
            <a:ext cx="5238750" cy="952500"/>
          </a:xfrm>
          <a:prstGeom prst="rect">
            <a:avLst/>
          </a:prstGeom>
          <a:noFill/>
          <a:ln w="0">
            <a:noFill/>
            <a:prstDash val="solid"/>
          </a:ln>
        </p:spPr>
        <p:txBody>
          <a:bodyPr/>
          <a:lstStyle>
            <a:defPPr>
              <a:defRPr sz="5700" b="1">
                <a:solidFill>
                  <a:srgbClr val="22C55E"/>
                </a:solidFill>
                <a:latin typeface="DejaVu Sans"/>
                <a:ea typeface="DejaVu Sans"/>
                <a:cs typeface="DejaVu Sans"/>
              </a:defRPr>
            </a:defPPr>
            <a:lvl1pPr>
              <a:defRPr sz="5700" b="1">
                <a:solidFill>
                  <a:srgbClr val="22C55E"/>
                </a:solidFill>
                <a:latin typeface="DejaVu Sans"/>
                <a:ea typeface="DejaVu Sans"/>
                <a:cs typeface="DejaVu Sans"/>
              </a:defRPr>
            </a:lvl1pPr>
            <a:lvl2pPr>
              <a:defRPr sz="5700" b="1">
                <a:solidFill>
                  <a:srgbClr val="22C55E"/>
                </a:solidFill>
                <a:latin typeface="DejaVu Sans"/>
                <a:ea typeface="DejaVu Sans"/>
                <a:cs typeface="DejaVu Sans"/>
              </a:defRPr>
            </a:lvl2pPr>
            <a:lvl3pPr>
              <a:defRPr sz="5700" b="1">
                <a:solidFill>
                  <a:srgbClr val="22C55E"/>
                </a:solidFill>
                <a:latin typeface="DejaVu Sans"/>
                <a:ea typeface="DejaVu Sans"/>
                <a:cs typeface="DejaVu Sans"/>
              </a:defRPr>
            </a:lvl3pPr>
            <a:lvl4pPr>
              <a:defRPr sz="5700" b="1">
                <a:solidFill>
                  <a:srgbClr val="22C55E"/>
                </a:solidFill>
                <a:latin typeface="DejaVu Sans"/>
                <a:ea typeface="DejaVu Sans"/>
                <a:cs typeface="DejaVu Sans"/>
              </a:defRPr>
            </a:lvl4pPr>
            <a:lvl5pPr>
              <a:defRPr sz="5700" b="1">
                <a:solidFill>
                  <a:srgbClr val="22C55E"/>
                </a:solidFill>
                <a:latin typeface="DejaVu Sans"/>
                <a:ea typeface="DejaVu Sans"/>
                <a:cs typeface="DejaVu Sans"/>
              </a:defRPr>
            </a:lvl5pPr>
            <a:lvl6pPr>
              <a:defRPr sz="5700" b="1">
                <a:solidFill>
                  <a:srgbClr val="22C55E"/>
                </a:solidFill>
                <a:latin typeface="DejaVu Sans"/>
                <a:ea typeface="DejaVu Sans"/>
                <a:cs typeface="DejaVu Sans"/>
              </a:defRPr>
            </a:lvl6pPr>
            <a:lvl7pPr>
              <a:defRPr sz="5700" b="1">
                <a:solidFill>
                  <a:srgbClr val="22C55E"/>
                </a:solidFill>
                <a:latin typeface="DejaVu Sans"/>
                <a:ea typeface="DejaVu Sans"/>
                <a:cs typeface="DejaVu Sans"/>
              </a:defRPr>
            </a:lvl7pPr>
            <a:lvl8pPr>
              <a:defRPr sz="5700" b="1">
                <a:solidFill>
                  <a:srgbClr val="22C55E"/>
                </a:solidFill>
                <a:latin typeface="DejaVu Sans"/>
                <a:ea typeface="DejaVu Sans"/>
                <a:cs typeface="DejaVu Sans"/>
              </a:defRPr>
            </a:lvl8pPr>
            <a:lvl9pPr>
              <a:defRPr sz="5700" b="1">
                <a:solidFill>
                  <a:srgbClr val="22C55E"/>
                </a:solidFill>
                <a:latin typeface="DejaVu Sans"/>
                <a:ea typeface="DejaVu Sans"/>
                <a:cs typeface="DejaVu Sans"/>
              </a:defRPr>
            </a:lvl9pPr>
          </a:lstStyle>
          <a:p>
            <a:pPr>
              <a:defRPr sz="5700" b="1">
                <a:solidFill>
                  <a:srgbClr val="22C55E"/>
                </a:solidFill>
                <a:latin typeface="DejaVu Sans"/>
                <a:ea typeface="DejaVu Sans"/>
                <a:cs typeface="DejaVu Sans"/>
              </a:defRPr>
            </a:pPr>
            <a:r>
              <a:rPr sz="5700" b="1">
                <a:solidFill>
                  <a:srgbClr val="22C55E"/>
                </a:solidFill>
                <a:latin typeface="DejaVu Sans"/>
                <a:ea typeface="DejaVu Sans"/>
                <a:cs typeface="DejaVu Sans"/>
              </a:rPr>
              <a:t>85.9%</a:t>
            </a:r>
          </a:p>
        </p:txBody>
      </p:sp>
      <p:sp>
        <p:nvSpPr>
          <p:cNvPr id="6" name="Rectangle 5">
            <a:extLst>
              <a:ext uri="{FF2B5EF4-FFF2-40B4-BE49-F238E27FC236}">
                <a16:creationId xmlns:a16="http://schemas.microsoft.com/office/drawing/2014/main" id="{D02F7604-B251-442F-A6FE-FE5CEA958B22}"/>
              </a:ext>
            </a:extLst>
          </p:cNvPr>
          <p:cNvSpPr>
            <a:spLocks noGrp="1"/>
          </p:cNvSpPr>
          <p:nvPr/>
        </p:nvSpPr>
        <p:spPr>
          <a:xfrm>
            <a:off x="6305550" y="2762250"/>
            <a:ext cx="5238750" cy="476250"/>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Precision</a:t>
            </a:r>
          </a:p>
        </p:txBody>
      </p:sp>
      <p:sp>
        <p:nvSpPr>
          <p:cNvPr id="7" name="Rectangle 6">
            <a:extLst>
              <a:ext uri="{FF2B5EF4-FFF2-40B4-BE49-F238E27FC236}">
                <a16:creationId xmlns:a16="http://schemas.microsoft.com/office/drawing/2014/main" id="{ECA3C52F-987C-4A0A-85DD-59E2B1DFE192}"/>
              </a:ext>
            </a:extLst>
          </p:cNvPr>
          <p:cNvSpPr>
            <a:spLocks noGrp="1"/>
          </p:cNvSpPr>
          <p:nvPr/>
        </p:nvSpPr>
        <p:spPr>
          <a:xfrm>
            <a:off x="685800" y="3667125"/>
            <a:ext cx="5238750" cy="952500"/>
          </a:xfrm>
          <a:prstGeom prst="rect">
            <a:avLst/>
          </a:prstGeom>
          <a:noFill/>
          <a:ln w="0">
            <a:noFill/>
            <a:prstDash val="solid"/>
          </a:ln>
        </p:spPr>
        <p:txBody>
          <a:bodyPr/>
          <a:lstStyle>
            <a:defPPr>
              <a:defRPr sz="5700" b="1">
                <a:solidFill>
                  <a:srgbClr val="22C55E"/>
                </a:solidFill>
                <a:latin typeface="DejaVu Sans"/>
                <a:ea typeface="DejaVu Sans"/>
                <a:cs typeface="DejaVu Sans"/>
              </a:defRPr>
            </a:defPPr>
            <a:lvl1pPr>
              <a:defRPr sz="5700" b="1">
                <a:solidFill>
                  <a:srgbClr val="22C55E"/>
                </a:solidFill>
                <a:latin typeface="DejaVu Sans"/>
                <a:ea typeface="DejaVu Sans"/>
                <a:cs typeface="DejaVu Sans"/>
              </a:defRPr>
            </a:lvl1pPr>
            <a:lvl2pPr>
              <a:defRPr sz="5700" b="1">
                <a:solidFill>
                  <a:srgbClr val="22C55E"/>
                </a:solidFill>
                <a:latin typeface="DejaVu Sans"/>
                <a:ea typeface="DejaVu Sans"/>
                <a:cs typeface="DejaVu Sans"/>
              </a:defRPr>
            </a:lvl2pPr>
            <a:lvl3pPr>
              <a:defRPr sz="5700" b="1">
                <a:solidFill>
                  <a:srgbClr val="22C55E"/>
                </a:solidFill>
                <a:latin typeface="DejaVu Sans"/>
                <a:ea typeface="DejaVu Sans"/>
                <a:cs typeface="DejaVu Sans"/>
              </a:defRPr>
            </a:lvl3pPr>
            <a:lvl4pPr>
              <a:defRPr sz="5700" b="1">
                <a:solidFill>
                  <a:srgbClr val="22C55E"/>
                </a:solidFill>
                <a:latin typeface="DejaVu Sans"/>
                <a:ea typeface="DejaVu Sans"/>
                <a:cs typeface="DejaVu Sans"/>
              </a:defRPr>
            </a:lvl4pPr>
            <a:lvl5pPr>
              <a:defRPr sz="5700" b="1">
                <a:solidFill>
                  <a:srgbClr val="22C55E"/>
                </a:solidFill>
                <a:latin typeface="DejaVu Sans"/>
                <a:ea typeface="DejaVu Sans"/>
                <a:cs typeface="DejaVu Sans"/>
              </a:defRPr>
            </a:lvl5pPr>
            <a:lvl6pPr>
              <a:defRPr sz="5700" b="1">
                <a:solidFill>
                  <a:srgbClr val="22C55E"/>
                </a:solidFill>
                <a:latin typeface="DejaVu Sans"/>
                <a:ea typeface="DejaVu Sans"/>
                <a:cs typeface="DejaVu Sans"/>
              </a:defRPr>
            </a:lvl6pPr>
            <a:lvl7pPr>
              <a:defRPr sz="5700" b="1">
                <a:solidFill>
                  <a:srgbClr val="22C55E"/>
                </a:solidFill>
                <a:latin typeface="DejaVu Sans"/>
                <a:ea typeface="DejaVu Sans"/>
                <a:cs typeface="DejaVu Sans"/>
              </a:defRPr>
            </a:lvl7pPr>
            <a:lvl8pPr>
              <a:defRPr sz="5700" b="1">
                <a:solidFill>
                  <a:srgbClr val="22C55E"/>
                </a:solidFill>
                <a:latin typeface="DejaVu Sans"/>
                <a:ea typeface="DejaVu Sans"/>
                <a:cs typeface="DejaVu Sans"/>
              </a:defRPr>
            </a:lvl8pPr>
            <a:lvl9pPr>
              <a:defRPr sz="5700" b="1">
                <a:solidFill>
                  <a:srgbClr val="22C55E"/>
                </a:solidFill>
                <a:latin typeface="DejaVu Sans"/>
                <a:ea typeface="DejaVu Sans"/>
                <a:cs typeface="DejaVu Sans"/>
              </a:defRPr>
            </a:lvl9pPr>
          </a:lstStyle>
          <a:p>
            <a:pPr>
              <a:defRPr sz="5700" b="1">
                <a:solidFill>
                  <a:srgbClr val="22C55E"/>
                </a:solidFill>
                <a:latin typeface="DejaVu Sans"/>
                <a:ea typeface="DejaVu Sans"/>
                <a:cs typeface="DejaVu Sans"/>
              </a:defRPr>
            </a:pPr>
            <a:r>
              <a:rPr sz="5700" b="1">
                <a:solidFill>
                  <a:srgbClr val="22C55E"/>
                </a:solidFill>
                <a:latin typeface="DejaVu Sans"/>
                <a:ea typeface="DejaVu Sans"/>
                <a:cs typeface="DejaVu Sans"/>
              </a:rPr>
              <a:t>72.0%</a:t>
            </a:r>
          </a:p>
        </p:txBody>
      </p:sp>
      <p:sp>
        <p:nvSpPr>
          <p:cNvPr id="8" name="Rectangle 7">
            <a:extLst>
              <a:ext uri="{FF2B5EF4-FFF2-40B4-BE49-F238E27FC236}">
                <a16:creationId xmlns:a16="http://schemas.microsoft.com/office/drawing/2014/main" id="{F3DD7969-3BC5-4904-860B-8A2D8195A13D}"/>
              </a:ext>
            </a:extLst>
          </p:cNvPr>
          <p:cNvSpPr>
            <a:spLocks noGrp="1"/>
          </p:cNvSpPr>
          <p:nvPr/>
        </p:nvSpPr>
        <p:spPr>
          <a:xfrm>
            <a:off x="685800" y="4619625"/>
            <a:ext cx="5238750" cy="476250"/>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Recall</a:t>
            </a:r>
          </a:p>
        </p:txBody>
      </p:sp>
      <p:sp>
        <p:nvSpPr>
          <p:cNvPr id="9" name="Rectangle 8">
            <a:extLst>
              <a:ext uri="{FF2B5EF4-FFF2-40B4-BE49-F238E27FC236}">
                <a16:creationId xmlns:a16="http://schemas.microsoft.com/office/drawing/2014/main" id="{97102154-4872-487B-9C9E-4FF9A782915E}"/>
              </a:ext>
            </a:extLst>
          </p:cNvPr>
          <p:cNvSpPr>
            <a:spLocks noGrp="1"/>
          </p:cNvSpPr>
          <p:nvPr/>
        </p:nvSpPr>
        <p:spPr>
          <a:xfrm>
            <a:off x="6305550" y="3667125"/>
            <a:ext cx="5238750" cy="952500"/>
          </a:xfrm>
          <a:prstGeom prst="rect">
            <a:avLst/>
          </a:prstGeom>
          <a:noFill/>
          <a:ln w="0">
            <a:noFill/>
            <a:prstDash val="solid"/>
          </a:ln>
        </p:spPr>
        <p:txBody>
          <a:bodyPr/>
          <a:lstStyle>
            <a:defPPr>
              <a:defRPr sz="5700" b="1">
                <a:solidFill>
                  <a:srgbClr val="22C55E"/>
                </a:solidFill>
                <a:latin typeface="DejaVu Sans"/>
                <a:ea typeface="DejaVu Sans"/>
                <a:cs typeface="DejaVu Sans"/>
              </a:defRPr>
            </a:defPPr>
            <a:lvl1pPr>
              <a:defRPr sz="5700" b="1">
                <a:solidFill>
                  <a:srgbClr val="22C55E"/>
                </a:solidFill>
                <a:latin typeface="DejaVu Sans"/>
                <a:ea typeface="DejaVu Sans"/>
                <a:cs typeface="DejaVu Sans"/>
              </a:defRPr>
            </a:lvl1pPr>
            <a:lvl2pPr>
              <a:defRPr sz="5700" b="1">
                <a:solidFill>
                  <a:srgbClr val="22C55E"/>
                </a:solidFill>
                <a:latin typeface="DejaVu Sans"/>
                <a:ea typeface="DejaVu Sans"/>
                <a:cs typeface="DejaVu Sans"/>
              </a:defRPr>
            </a:lvl2pPr>
            <a:lvl3pPr>
              <a:defRPr sz="5700" b="1">
                <a:solidFill>
                  <a:srgbClr val="22C55E"/>
                </a:solidFill>
                <a:latin typeface="DejaVu Sans"/>
                <a:ea typeface="DejaVu Sans"/>
                <a:cs typeface="DejaVu Sans"/>
              </a:defRPr>
            </a:lvl3pPr>
            <a:lvl4pPr>
              <a:defRPr sz="5700" b="1">
                <a:solidFill>
                  <a:srgbClr val="22C55E"/>
                </a:solidFill>
                <a:latin typeface="DejaVu Sans"/>
                <a:ea typeface="DejaVu Sans"/>
                <a:cs typeface="DejaVu Sans"/>
              </a:defRPr>
            </a:lvl4pPr>
            <a:lvl5pPr>
              <a:defRPr sz="5700" b="1">
                <a:solidFill>
                  <a:srgbClr val="22C55E"/>
                </a:solidFill>
                <a:latin typeface="DejaVu Sans"/>
                <a:ea typeface="DejaVu Sans"/>
                <a:cs typeface="DejaVu Sans"/>
              </a:defRPr>
            </a:lvl5pPr>
            <a:lvl6pPr>
              <a:defRPr sz="5700" b="1">
                <a:solidFill>
                  <a:srgbClr val="22C55E"/>
                </a:solidFill>
                <a:latin typeface="DejaVu Sans"/>
                <a:ea typeface="DejaVu Sans"/>
                <a:cs typeface="DejaVu Sans"/>
              </a:defRPr>
            </a:lvl6pPr>
            <a:lvl7pPr>
              <a:defRPr sz="5700" b="1">
                <a:solidFill>
                  <a:srgbClr val="22C55E"/>
                </a:solidFill>
                <a:latin typeface="DejaVu Sans"/>
                <a:ea typeface="DejaVu Sans"/>
                <a:cs typeface="DejaVu Sans"/>
              </a:defRPr>
            </a:lvl7pPr>
            <a:lvl8pPr>
              <a:defRPr sz="5700" b="1">
                <a:solidFill>
                  <a:srgbClr val="22C55E"/>
                </a:solidFill>
                <a:latin typeface="DejaVu Sans"/>
                <a:ea typeface="DejaVu Sans"/>
                <a:cs typeface="DejaVu Sans"/>
              </a:defRPr>
            </a:lvl8pPr>
            <a:lvl9pPr>
              <a:defRPr sz="5700" b="1">
                <a:solidFill>
                  <a:srgbClr val="22C55E"/>
                </a:solidFill>
                <a:latin typeface="DejaVu Sans"/>
                <a:ea typeface="DejaVu Sans"/>
                <a:cs typeface="DejaVu Sans"/>
              </a:defRPr>
            </a:lvl9pPr>
          </a:lstStyle>
          <a:p>
            <a:pPr>
              <a:defRPr sz="5700" b="1">
                <a:solidFill>
                  <a:srgbClr val="22C55E"/>
                </a:solidFill>
                <a:latin typeface="DejaVu Sans"/>
                <a:ea typeface="DejaVu Sans"/>
                <a:cs typeface="DejaVu Sans"/>
              </a:defRPr>
            </a:pPr>
            <a:r>
              <a:rPr sz="5700" b="1">
                <a:solidFill>
                  <a:srgbClr val="22C55E"/>
                </a:solidFill>
                <a:latin typeface="DejaVu Sans"/>
                <a:ea typeface="DejaVu Sans"/>
                <a:cs typeface="DejaVu Sans"/>
              </a:rPr>
              <a:t>78.4%</a:t>
            </a:r>
          </a:p>
        </p:txBody>
      </p:sp>
      <p:sp>
        <p:nvSpPr>
          <p:cNvPr id="10" name="Rectangle 9">
            <a:extLst>
              <a:ext uri="{FF2B5EF4-FFF2-40B4-BE49-F238E27FC236}">
                <a16:creationId xmlns:a16="http://schemas.microsoft.com/office/drawing/2014/main" id="{DB16593C-BD23-4499-A472-11B773353EB7}"/>
              </a:ext>
            </a:extLst>
          </p:cNvPr>
          <p:cNvSpPr>
            <a:spLocks noGrp="1"/>
          </p:cNvSpPr>
          <p:nvPr/>
        </p:nvSpPr>
        <p:spPr>
          <a:xfrm>
            <a:off x="6305550" y="4619625"/>
            <a:ext cx="5238750" cy="476250"/>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F1 score</a:t>
            </a:r>
          </a:p>
        </p:txBody>
      </p:sp>
      <p:sp>
        <p:nvSpPr>
          <p:cNvPr id="11" name="Rectangle 10">
            <a:extLst>
              <a:ext uri="{FF2B5EF4-FFF2-40B4-BE49-F238E27FC236}">
                <a16:creationId xmlns:a16="http://schemas.microsoft.com/office/drawing/2014/main" id="{B803A523-60F3-4B8A-9B13-4B44A2F22A1F}"/>
              </a:ext>
            </a:extLst>
          </p:cNvPr>
          <p:cNvSpPr>
            <a:spLocks noGrp="1"/>
          </p:cNvSpPr>
          <p:nvPr/>
        </p:nvSpPr>
        <p:spPr>
          <a:xfrm>
            <a:off x="685800" y="5953125"/>
            <a:ext cx="10668000" cy="333375"/>
          </a:xfrm>
          <a:prstGeom prst="rect">
            <a:avLst/>
          </a:prstGeom>
          <a:noFill/>
          <a:ln w="0">
            <a:noFill/>
            <a:prstDash val="solid"/>
          </a:ln>
        </p:spPr>
        <p:txBody>
          <a:bodyPr/>
          <a:lstStyle>
            <a:defPPr>
              <a:defRPr sz="1350" b="0">
                <a:solidFill>
                  <a:srgbClr val="94A3B8"/>
                </a:solidFill>
                <a:latin typeface="DejaVu Sans"/>
                <a:ea typeface="DejaVu Sans"/>
                <a:cs typeface="DejaVu Sans"/>
              </a:defRPr>
            </a:defPPr>
            <a:lvl1pPr>
              <a:defRPr sz="1350" b="0">
                <a:solidFill>
                  <a:srgbClr val="94A3B8"/>
                </a:solidFill>
                <a:latin typeface="DejaVu Sans"/>
                <a:ea typeface="DejaVu Sans"/>
                <a:cs typeface="DejaVu Sans"/>
              </a:defRPr>
            </a:lvl1pPr>
            <a:lvl2pPr>
              <a:defRPr sz="1350" b="0">
                <a:solidFill>
                  <a:srgbClr val="94A3B8"/>
                </a:solidFill>
                <a:latin typeface="DejaVu Sans"/>
                <a:ea typeface="DejaVu Sans"/>
                <a:cs typeface="DejaVu Sans"/>
              </a:defRPr>
            </a:lvl2pPr>
            <a:lvl3pPr>
              <a:defRPr sz="1350" b="0">
                <a:solidFill>
                  <a:srgbClr val="94A3B8"/>
                </a:solidFill>
                <a:latin typeface="DejaVu Sans"/>
                <a:ea typeface="DejaVu Sans"/>
                <a:cs typeface="DejaVu Sans"/>
              </a:defRPr>
            </a:lvl3pPr>
            <a:lvl4pPr>
              <a:defRPr sz="1350" b="0">
                <a:solidFill>
                  <a:srgbClr val="94A3B8"/>
                </a:solidFill>
                <a:latin typeface="DejaVu Sans"/>
                <a:ea typeface="DejaVu Sans"/>
                <a:cs typeface="DejaVu Sans"/>
              </a:defRPr>
            </a:lvl4pPr>
            <a:lvl5pPr>
              <a:defRPr sz="1350" b="0">
                <a:solidFill>
                  <a:srgbClr val="94A3B8"/>
                </a:solidFill>
                <a:latin typeface="DejaVu Sans"/>
                <a:ea typeface="DejaVu Sans"/>
                <a:cs typeface="DejaVu Sans"/>
              </a:defRPr>
            </a:lvl5pPr>
            <a:lvl6pPr>
              <a:defRPr sz="1350" b="0">
                <a:solidFill>
                  <a:srgbClr val="94A3B8"/>
                </a:solidFill>
                <a:latin typeface="DejaVu Sans"/>
                <a:ea typeface="DejaVu Sans"/>
                <a:cs typeface="DejaVu Sans"/>
              </a:defRPr>
            </a:lvl6pPr>
            <a:lvl7pPr>
              <a:defRPr sz="1350" b="0">
                <a:solidFill>
                  <a:srgbClr val="94A3B8"/>
                </a:solidFill>
                <a:latin typeface="DejaVu Sans"/>
                <a:ea typeface="DejaVu Sans"/>
                <a:cs typeface="DejaVu Sans"/>
              </a:defRPr>
            </a:lvl7pPr>
            <a:lvl8pPr>
              <a:defRPr sz="1350" b="0">
                <a:solidFill>
                  <a:srgbClr val="94A3B8"/>
                </a:solidFill>
                <a:latin typeface="DejaVu Sans"/>
                <a:ea typeface="DejaVu Sans"/>
                <a:cs typeface="DejaVu Sans"/>
              </a:defRPr>
            </a:lvl8pPr>
            <a:lvl9pPr>
              <a:defRPr sz="1350" b="0">
                <a:solidFill>
                  <a:srgbClr val="94A3B8"/>
                </a:solidFill>
                <a:latin typeface="DejaVu Sans"/>
                <a:ea typeface="DejaVu Sans"/>
                <a:cs typeface="DejaVu Sans"/>
              </a:defRPr>
            </a:lvl9pPr>
          </a:lstStyle>
          <a:p>
            <a:pPr>
              <a:defRPr sz="1350" b="0">
                <a:solidFill>
                  <a:srgbClr val="94A3B8"/>
                </a:solidFill>
                <a:latin typeface="DejaVu Sans"/>
                <a:ea typeface="DejaVu Sans"/>
                <a:cs typeface="DejaVu Sans"/>
              </a:defRPr>
            </a:pPr>
            <a:r>
              <a:rPr sz="1350" b="0">
                <a:solidFill>
                  <a:srgbClr val="94A3B8"/>
                </a:solidFill>
                <a:latin typeface="DejaVu Sans"/>
                <a:ea typeface="DejaVu Sans"/>
                <a:cs typeface="DejaVu Sans"/>
              </a:rPr>
              <a:t>Roboflow test-set figures supplied on 29 October 2026</a:t>
            </a:r>
          </a:p>
        </p:txBody>
      </p:sp>
    </p:spTree>
    <p:extLst>
      <p:ext uri="{BB962C8B-B14F-4D97-AF65-F5344CB8AC3E}">
        <p14:creationId xmlns:p14="http://schemas.microsoft.com/office/powerpoint/2010/main" val="1781008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142B762-863D-4E0E-B155-1E07FD49E70C}"/>
              </a:ext>
            </a:extLst>
          </p:cNvPr>
          <p:cNvSpPr>
            <a:spLocks noGrp="1"/>
          </p:cNvSpPr>
          <p:nvPr/>
        </p:nvSpPr>
        <p:spPr>
          <a:xfrm>
            <a:off x="685800" y="552450"/>
            <a:ext cx="10820400" cy="952500"/>
          </a:xfrm>
          <a:prstGeom prst="rect">
            <a:avLst/>
          </a:prstGeom>
          <a:noFill/>
          <a:ln w="0">
            <a:noFill/>
            <a:prstDash val="solid"/>
          </a:ln>
        </p:spPr>
        <p:txBody>
          <a:bodyPr/>
          <a:lstStyle>
            <a:defPPr>
              <a:defRPr sz="3300" b="1">
                <a:solidFill>
                  <a:srgbClr val="F1F5F9"/>
                </a:solidFill>
                <a:latin typeface="DejaVu Sans"/>
                <a:ea typeface="DejaVu Sans"/>
                <a:cs typeface="DejaVu Sans"/>
              </a:defRPr>
            </a:defPPr>
            <a:lvl1pPr>
              <a:defRPr sz="3300" b="1">
                <a:solidFill>
                  <a:srgbClr val="F1F5F9"/>
                </a:solidFill>
                <a:latin typeface="DejaVu Sans"/>
                <a:ea typeface="DejaVu Sans"/>
                <a:cs typeface="DejaVu Sans"/>
              </a:defRPr>
            </a:lvl1pPr>
            <a:lvl2pPr>
              <a:defRPr sz="3300" b="1">
                <a:solidFill>
                  <a:srgbClr val="F1F5F9"/>
                </a:solidFill>
                <a:latin typeface="DejaVu Sans"/>
                <a:ea typeface="DejaVu Sans"/>
                <a:cs typeface="DejaVu Sans"/>
              </a:defRPr>
            </a:lvl2pPr>
            <a:lvl3pPr>
              <a:defRPr sz="3300" b="1">
                <a:solidFill>
                  <a:srgbClr val="F1F5F9"/>
                </a:solidFill>
                <a:latin typeface="DejaVu Sans"/>
                <a:ea typeface="DejaVu Sans"/>
                <a:cs typeface="DejaVu Sans"/>
              </a:defRPr>
            </a:lvl3pPr>
            <a:lvl4pPr>
              <a:defRPr sz="3300" b="1">
                <a:solidFill>
                  <a:srgbClr val="F1F5F9"/>
                </a:solidFill>
                <a:latin typeface="DejaVu Sans"/>
                <a:ea typeface="DejaVu Sans"/>
                <a:cs typeface="DejaVu Sans"/>
              </a:defRPr>
            </a:lvl4pPr>
            <a:lvl5pPr>
              <a:defRPr sz="3300" b="1">
                <a:solidFill>
                  <a:srgbClr val="F1F5F9"/>
                </a:solidFill>
                <a:latin typeface="DejaVu Sans"/>
                <a:ea typeface="DejaVu Sans"/>
                <a:cs typeface="DejaVu Sans"/>
              </a:defRPr>
            </a:lvl5pPr>
            <a:lvl6pPr>
              <a:defRPr sz="3300" b="1">
                <a:solidFill>
                  <a:srgbClr val="F1F5F9"/>
                </a:solidFill>
                <a:latin typeface="DejaVu Sans"/>
                <a:ea typeface="DejaVu Sans"/>
                <a:cs typeface="DejaVu Sans"/>
              </a:defRPr>
            </a:lvl6pPr>
            <a:lvl7pPr>
              <a:defRPr sz="3300" b="1">
                <a:solidFill>
                  <a:srgbClr val="F1F5F9"/>
                </a:solidFill>
                <a:latin typeface="DejaVu Sans"/>
                <a:ea typeface="DejaVu Sans"/>
                <a:cs typeface="DejaVu Sans"/>
              </a:defRPr>
            </a:lvl7pPr>
            <a:lvl8pPr>
              <a:defRPr sz="3300" b="1">
                <a:solidFill>
                  <a:srgbClr val="F1F5F9"/>
                </a:solidFill>
                <a:latin typeface="DejaVu Sans"/>
                <a:ea typeface="DejaVu Sans"/>
                <a:cs typeface="DejaVu Sans"/>
              </a:defRPr>
            </a:lvl8pPr>
            <a:lvl9pPr>
              <a:defRPr sz="3300" b="1">
                <a:solidFill>
                  <a:srgbClr val="F1F5F9"/>
                </a:solidFill>
                <a:latin typeface="DejaVu Sans"/>
                <a:ea typeface="DejaVu Sans"/>
                <a:cs typeface="DejaVu Sans"/>
              </a:defRPr>
            </a:lvl9pPr>
          </a:lstStyle>
          <a:p>
            <a:pPr>
              <a:defRPr sz="3300" b="1">
                <a:solidFill>
                  <a:srgbClr val="F1F5F9"/>
                </a:solidFill>
                <a:latin typeface="DejaVu Sans"/>
                <a:ea typeface="DejaVu Sans"/>
                <a:cs typeface="DejaVu Sans"/>
              </a:defRPr>
            </a:pPr>
            <a:r>
              <a:rPr sz="3300" b="1">
                <a:solidFill>
                  <a:srgbClr val="F1F5F9"/>
                </a:solidFill>
                <a:latin typeface="DejaVu Sans"/>
                <a:ea typeface="DejaVu Sans"/>
                <a:cs typeface="DejaVu Sans"/>
              </a:rPr>
              <a:t>Missed objects remain the main weakness</a:t>
            </a:r>
          </a:p>
        </p:txBody>
      </p:sp>
      <p:sp>
        <p:nvSpPr>
          <p:cNvPr id="2" name="Rectangle 1">
            <a:extLst>
              <a:ext uri="{FF2B5EF4-FFF2-40B4-BE49-F238E27FC236}">
                <a16:creationId xmlns:a16="http://schemas.microsoft.com/office/drawing/2014/main" id="{26E13135-DC18-4765-8D61-A0B85B7620A7}"/>
              </a:ext>
            </a:extLst>
          </p:cNvPr>
          <p:cNvSpPr>
            <a:spLocks noGrp="1"/>
          </p:cNvSpPr>
          <p:nvPr/>
        </p:nvSpPr>
        <p:spPr>
          <a:xfrm>
            <a:off x="11049000" y="6267450"/>
            <a:ext cx="476250" cy="285750"/>
          </a:xfrm>
          <a:prstGeom prst="rect">
            <a:avLst/>
          </a:prstGeom>
          <a:noFill/>
          <a:ln w="0">
            <a:noFill/>
            <a:prstDash val="solid"/>
          </a:ln>
        </p:spPr>
        <p:txBody>
          <a:bodyPr/>
          <a:lstStyle>
            <a:defPPr>
              <a:defRPr sz="1275" b="0">
                <a:solidFill>
                  <a:srgbClr val="94A3B8"/>
                </a:solidFill>
                <a:latin typeface="DejaVu Sans"/>
                <a:ea typeface="DejaVu Sans"/>
                <a:cs typeface="DejaVu Sans"/>
              </a:defRPr>
            </a:defPPr>
            <a:lvl1pPr>
              <a:defRPr sz="1275" b="0">
                <a:solidFill>
                  <a:srgbClr val="94A3B8"/>
                </a:solidFill>
                <a:latin typeface="DejaVu Sans"/>
                <a:ea typeface="DejaVu Sans"/>
                <a:cs typeface="DejaVu Sans"/>
              </a:defRPr>
            </a:lvl1pPr>
            <a:lvl2pPr>
              <a:defRPr sz="1275" b="0">
                <a:solidFill>
                  <a:srgbClr val="94A3B8"/>
                </a:solidFill>
                <a:latin typeface="DejaVu Sans"/>
                <a:ea typeface="DejaVu Sans"/>
                <a:cs typeface="DejaVu Sans"/>
              </a:defRPr>
            </a:lvl2pPr>
            <a:lvl3pPr>
              <a:defRPr sz="1275" b="0">
                <a:solidFill>
                  <a:srgbClr val="94A3B8"/>
                </a:solidFill>
                <a:latin typeface="DejaVu Sans"/>
                <a:ea typeface="DejaVu Sans"/>
                <a:cs typeface="DejaVu Sans"/>
              </a:defRPr>
            </a:lvl3pPr>
            <a:lvl4pPr>
              <a:defRPr sz="1275" b="0">
                <a:solidFill>
                  <a:srgbClr val="94A3B8"/>
                </a:solidFill>
                <a:latin typeface="DejaVu Sans"/>
                <a:ea typeface="DejaVu Sans"/>
                <a:cs typeface="DejaVu Sans"/>
              </a:defRPr>
            </a:lvl4pPr>
            <a:lvl5pPr>
              <a:defRPr sz="1275" b="0">
                <a:solidFill>
                  <a:srgbClr val="94A3B8"/>
                </a:solidFill>
                <a:latin typeface="DejaVu Sans"/>
                <a:ea typeface="DejaVu Sans"/>
                <a:cs typeface="DejaVu Sans"/>
              </a:defRPr>
            </a:lvl5pPr>
            <a:lvl6pPr>
              <a:defRPr sz="1275" b="0">
                <a:solidFill>
                  <a:srgbClr val="94A3B8"/>
                </a:solidFill>
                <a:latin typeface="DejaVu Sans"/>
                <a:ea typeface="DejaVu Sans"/>
                <a:cs typeface="DejaVu Sans"/>
              </a:defRPr>
            </a:lvl6pPr>
            <a:lvl7pPr>
              <a:defRPr sz="1275" b="0">
                <a:solidFill>
                  <a:srgbClr val="94A3B8"/>
                </a:solidFill>
                <a:latin typeface="DejaVu Sans"/>
                <a:ea typeface="DejaVu Sans"/>
                <a:cs typeface="DejaVu Sans"/>
              </a:defRPr>
            </a:lvl7pPr>
            <a:lvl8pPr>
              <a:defRPr sz="1275" b="0">
                <a:solidFill>
                  <a:srgbClr val="94A3B8"/>
                </a:solidFill>
                <a:latin typeface="DejaVu Sans"/>
                <a:ea typeface="DejaVu Sans"/>
                <a:cs typeface="DejaVu Sans"/>
              </a:defRPr>
            </a:lvl8pPr>
            <a:lvl9pPr>
              <a:defRPr sz="1275" b="0">
                <a:solidFill>
                  <a:srgbClr val="94A3B8"/>
                </a:solidFill>
                <a:latin typeface="DejaVu Sans"/>
                <a:ea typeface="DejaVu Sans"/>
                <a:cs typeface="DejaVu Sans"/>
              </a:defRPr>
            </a:lvl9pPr>
          </a:lstStyle>
          <a:p>
            <a:pPr>
              <a:defRPr sz="1275" b="0">
                <a:solidFill>
                  <a:srgbClr val="94A3B8"/>
                </a:solidFill>
                <a:latin typeface="DejaVu Sans"/>
                <a:ea typeface="DejaVu Sans"/>
                <a:cs typeface="DejaVu Sans"/>
              </a:defRPr>
            </a:pPr>
            <a:r>
              <a:rPr sz="1275" b="0">
                <a:solidFill>
                  <a:srgbClr val="94A3B8"/>
                </a:solidFill>
                <a:latin typeface="DejaVu Sans"/>
                <a:ea typeface="DejaVu Sans"/>
                <a:cs typeface="DejaVu Sans"/>
              </a:rPr>
              <a:t>05</a:t>
            </a:r>
          </a:p>
        </p:txBody>
      </p:sp>
      <p:sp>
        <p:nvSpPr>
          <p:cNvPr id="3" name="Rectangle 2">
            <a:extLst>
              <a:ext uri="{FF2B5EF4-FFF2-40B4-BE49-F238E27FC236}">
                <a16:creationId xmlns:a16="http://schemas.microsoft.com/office/drawing/2014/main" id="{EB56F719-6373-4FED-B6A1-5B88E4B889C9}"/>
              </a:ext>
            </a:extLst>
          </p:cNvPr>
          <p:cNvSpPr>
            <a:spLocks noGrp="1"/>
          </p:cNvSpPr>
          <p:nvPr/>
        </p:nvSpPr>
        <p:spPr>
          <a:xfrm>
            <a:off x="685800" y="1857375"/>
            <a:ext cx="10477500" cy="1047750"/>
          </a:xfrm>
          <a:prstGeom prst="rect">
            <a:avLst/>
          </a:prstGeom>
          <a:noFill/>
          <a:ln w="0">
            <a:noFill/>
            <a:prstDash val="solid"/>
          </a:ln>
        </p:spPr>
        <p:txBody>
          <a:bodyPr/>
          <a:lstStyle>
            <a:defPPr>
              <a:defRPr sz="5250" b="1">
                <a:solidFill>
                  <a:srgbClr val="22C55E"/>
                </a:solidFill>
                <a:latin typeface="DejaVu Sans"/>
                <a:ea typeface="DejaVu Sans"/>
                <a:cs typeface="DejaVu Sans"/>
              </a:defRPr>
            </a:defPPr>
            <a:lvl1pPr>
              <a:defRPr sz="5250" b="1">
                <a:solidFill>
                  <a:srgbClr val="22C55E"/>
                </a:solidFill>
                <a:latin typeface="DejaVu Sans"/>
                <a:ea typeface="DejaVu Sans"/>
                <a:cs typeface="DejaVu Sans"/>
              </a:defRPr>
            </a:lvl1pPr>
            <a:lvl2pPr>
              <a:defRPr sz="5250" b="1">
                <a:solidFill>
                  <a:srgbClr val="22C55E"/>
                </a:solidFill>
                <a:latin typeface="DejaVu Sans"/>
                <a:ea typeface="DejaVu Sans"/>
                <a:cs typeface="DejaVu Sans"/>
              </a:defRPr>
            </a:lvl2pPr>
            <a:lvl3pPr>
              <a:defRPr sz="5250" b="1">
                <a:solidFill>
                  <a:srgbClr val="22C55E"/>
                </a:solidFill>
                <a:latin typeface="DejaVu Sans"/>
                <a:ea typeface="DejaVu Sans"/>
                <a:cs typeface="DejaVu Sans"/>
              </a:defRPr>
            </a:lvl3pPr>
            <a:lvl4pPr>
              <a:defRPr sz="5250" b="1">
                <a:solidFill>
                  <a:srgbClr val="22C55E"/>
                </a:solidFill>
                <a:latin typeface="DejaVu Sans"/>
                <a:ea typeface="DejaVu Sans"/>
                <a:cs typeface="DejaVu Sans"/>
              </a:defRPr>
            </a:lvl4pPr>
            <a:lvl5pPr>
              <a:defRPr sz="5250" b="1">
                <a:solidFill>
                  <a:srgbClr val="22C55E"/>
                </a:solidFill>
                <a:latin typeface="DejaVu Sans"/>
                <a:ea typeface="DejaVu Sans"/>
                <a:cs typeface="DejaVu Sans"/>
              </a:defRPr>
            </a:lvl5pPr>
            <a:lvl6pPr>
              <a:defRPr sz="5250" b="1">
                <a:solidFill>
                  <a:srgbClr val="22C55E"/>
                </a:solidFill>
                <a:latin typeface="DejaVu Sans"/>
                <a:ea typeface="DejaVu Sans"/>
                <a:cs typeface="DejaVu Sans"/>
              </a:defRPr>
            </a:lvl6pPr>
            <a:lvl7pPr>
              <a:defRPr sz="5250" b="1">
                <a:solidFill>
                  <a:srgbClr val="22C55E"/>
                </a:solidFill>
                <a:latin typeface="DejaVu Sans"/>
                <a:ea typeface="DejaVu Sans"/>
                <a:cs typeface="DejaVu Sans"/>
              </a:defRPr>
            </a:lvl7pPr>
            <a:lvl8pPr>
              <a:defRPr sz="5250" b="1">
                <a:solidFill>
                  <a:srgbClr val="22C55E"/>
                </a:solidFill>
                <a:latin typeface="DejaVu Sans"/>
                <a:ea typeface="DejaVu Sans"/>
                <a:cs typeface="DejaVu Sans"/>
              </a:defRPr>
            </a:lvl8pPr>
            <a:lvl9pPr>
              <a:defRPr sz="5250" b="1">
                <a:solidFill>
                  <a:srgbClr val="22C55E"/>
                </a:solidFill>
                <a:latin typeface="DejaVu Sans"/>
                <a:ea typeface="DejaVu Sans"/>
                <a:cs typeface="DejaVu Sans"/>
              </a:defRPr>
            </a:lvl9pPr>
          </a:lstStyle>
          <a:p>
            <a:pPr>
              <a:defRPr sz="5250" b="1">
                <a:solidFill>
                  <a:srgbClr val="22C55E"/>
                </a:solidFill>
                <a:latin typeface="DejaVu Sans"/>
                <a:ea typeface="DejaVu Sans"/>
                <a:cs typeface="DejaVu Sans"/>
              </a:defRPr>
            </a:pPr>
            <a:r>
              <a:rPr sz="5250" b="1">
                <a:solidFill>
                  <a:srgbClr val="22C55E"/>
                </a:solidFill>
                <a:latin typeface="DejaVu Sans"/>
                <a:ea typeface="DejaVu Sans"/>
                <a:cs typeface="DejaVu Sans"/>
              </a:rPr>
              <a:t>26 missed objects</a:t>
            </a:r>
          </a:p>
        </p:txBody>
      </p:sp>
      <p:sp>
        <p:nvSpPr>
          <p:cNvPr id="4" name="Rectangle 3">
            <a:extLst>
              <a:ext uri="{FF2B5EF4-FFF2-40B4-BE49-F238E27FC236}">
                <a16:creationId xmlns:a16="http://schemas.microsoft.com/office/drawing/2014/main" id="{E66EAA4A-1B2C-429C-9FEE-3F67705616CA}"/>
              </a:ext>
            </a:extLst>
          </p:cNvPr>
          <p:cNvSpPr>
            <a:spLocks noGrp="1"/>
          </p:cNvSpPr>
          <p:nvPr/>
        </p:nvSpPr>
        <p:spPr>
          <a:xfrm>
            <a:off x="685800" y="3000375"/>
            <a:ext cx="10477500" cy="523875"/>
          </a:xfrm>
          <a:prstGeom prst="rect">
            <a:avLst/>
          </a:prstGeom>
          <a:noFill/>
          <a:ln w="0">
            <a:noFill/>
            <a:prstDash val="solid"/>
          </a:ln>
        </p:spPr>
        <p:txBody>
          <a:bodyPr/>
          <a:lstStyle>
            <a:defPPr>
              <a:defRPr sz="2025" b="0">
                <a:solidFill>
                  <a:srgbClr val="94A3B8"/>
                </a:solidFill>
                <a:latin typeface="DejaVu Sans"/>
                <a:ea typeface="DejaVu Sans"/>
                <a:cs typeface="DejaVu Sans"/>
              </a:defRPr>
            </a:defPPr>
            <a:lvl1pPr>
              <a:defRPr sz="2025" b="0">
                <a:solidFill>
                  <a:srgbClr val="94A3B8"/>
                </a:solidFill>
                <a:latin typeface="DejaVu Sans"/>
                <a:ea typeface="DejaVu Sans"/>
                <a:cs typeface="DejaVu Sans"/>
              </a:defRPr>
            </a:lvl1pPr>
            <a:lvl2pPr>
              <a:defRPr sz="2025" b="0">
                <a:solidFill>
                  <a:srgbClr val="94A3B8"/>
                </a:solidFill>
                <a:latin typeface="DejaVu Sans"/>
                <a:ea typeface="DejaVu Sans"/>
                <a:cs typeface="DejaVu Sans"/>
              </a:defRPr>
            </a:lvl2pPr>
            <a:lvl3pPr>
              <a:defRPr sz="2025" b="0">
                <a:solidFill>
                  <a:srgbClr val="94A3B8"/>
                </a:solidFill>
                <a:latin typeface="DejaVu Sans"/>
                <a:ea typeface="DejaVu Sans"/>
                <a:cs typeface="DejaVu Sans"/>
              </a:defRPr>
            </a:lvl3pPr>
            <a:lvl4pPr>
              <a:defRPr sz="2025" b="0">
                <a:solidFill>
                  <a:srgbClr val="94A3B8"/>
                </a:solidFill>
                <a:latin typeface="DejaVu Sans"/>
                <a:ea typeface="DejaVu Sans"/>
                <a:cs typeface="DejaVu Sans"/>
              </a:defRPr>
            </a:lvl4pPr>
            <a:lvl5pPr>
              <a:defRPr sz="2025" b="0">
                <a:solidFill>
                  <a:srgbClr val="94A3B8"/>
                </a:solidFill>
                <a:latin typeface="DejaVu Sans"/>
                <a:ea typeface="DejaVu Sans"/>
                <a:cs typeface="DejaVu Sans"/>
              </a:defRPr>
            </a:lvl5pPr>
            <a:lvl6pPr>
              <a:defRPr sz="2025" b="0">
                <a:solidFill>
                  <a:srgbClr val="94A3B8"/>
                </a:solidFill>
                <a:latin typeface="DejaVu Sans"/>
                <a:ea typeface="DejaVu Sans"/>
                <a:cs typeface="DejaVu Sans"/>
              </a:defRPr>
            </a:lvl6pPr>
            <a:lvl7pPr>
              <a:defRPr sz="2025" b="0">
                <a:solidFill>
                  <a:srgbClr val="94A3B8"/>
                </a:solidFill>
                <a:latin typeface="DejaVu Sans"/>
                <a:ea typeface="DejaVu Sans"/>
                <a:cs typeface="DejaVu Sans"/>
              </a:defRPr>
            </a:lvl7pPr>
            <a:lvl8pPr>
              <a:defRPr sz="2025" b="0">
                <a:solidFill>
                  <a:srgbClr val="94A3B8"/>
                </a:solidFill>
                <a:latin typeface="DejaVu Sans"/>
                <a:ea typeface="DejaVu Sans"/>
                <a:cs typeface="DejaVu Sans"/>
              </a:defRPr>
            </a:lvl8pPr>
            <a:lvl9pPr>
              <a:defRPr sz="2025" b="0">
                <a:solidFill>
                  <a:srgbClr val="94A3B8"/>
                </a:solidFill>
                <a:latin typeface="DejaVu Sans"/>
                <a:ea typeface="DejaVu Sans"/>
                <a:cs typeface="DejaVu Sans"/>
              </a:defRPr>
            </a:lvl9pPr>
          </a:lstStyle>
          <a:p>
            <a:pPr>
              <a:defRPr sz="2025" b="0">
                <a:solidFill>
                  <a:srgbClr val="94A3B8"/>
                </a:solidFill>
                <a:latin typeface="DejaVu Sans"/>
                <a:ea typeface="DejaVu Sans"/>
                <a:cs typeface="DejaVu Sans"/>
              </a:defRPr>
            </a:pPr>
            <a:r>
              <a:rPr sz="2025" b="0">
                <a:solidFill>
                  <a:srgbClr val="94A3B8"/>
                </a:solidFill>
                <a:latin typeface="DejaVu Sans"/>
                <a:ea typeface="DejaVu Sans"/>
                <a:cs typeface="DejaVu Sans"/>
              </a:rPr>
              <a:t>Roboflow evaluation at 42% confidence</a:t>
            </a:r>
          </a:p>
        </p:txBody>
      </p:sp>
      <p:sp>
        <p:nvSpPr>
          <p:cNvPr id="5" name="Rectangle 4">
            <a:extLst>
              <a:ext uri="{FF2B5EF4-FFF2-40B4-BE49-F238E27FC236}">
                <a16:creationId xmlns:a16="http://schemas.microsoft.com/office/drawing/2014/main" id="{18FEC060-26C9-4FAB-AFB3-E4CBD6FD7284}"/>
              </a:ext>
            </a:extLst>
          </p:cNvPr>
          <p:cNvSpPr>
            <a:spLocks noGrp="1"/>
          </p:cNvSpPr>
          <p:nvPr/>
        </p:nvSpPr>
        <p:spPr>
          <a:xfrm>
            <a:off x="685800" y="4048125"/>
            <a:ext cx="10668000" cy="571500"/>
          </a:xfrm>
          <a:prstGeom prst="rect">
            <a:avLst/>
          </a:prstGeom>
          <a:noFill/>
          <a:ln w="0">
            <a:noFill/>
            <a:prstDash val="solid"/>
          </a:ln>
        </p:spPr>
        <p:txBody>
          <a:bodyPr/>
          <a:lstStyle>
            <a:defPPr>
              <a:defRPr sz="2550" b="0">
                <a:solidFill>
                  <a:srgbClr val="F1F5F9"/>
                </a:solidFill>
                <a:latin typeface="DejaVu Sans"/>
                <a:ea typeface="DejaVu Sans"/>
                <a:cs typeface="DejaVu Sans"/>
              </a:defRPr>
            </a:defPPr>
            <a:lvl1pPr>
              <a:defRPr sz="2550" b="0">
                <a:solidFill>
                  <a:srgbClr val="F1F5F9"/>
                </a:solidFill>
                <a:latin typeface="DejaVu Sans"/>
                <a:ea typeface="DejaVu Sans"/>
                <a:cs typeface="DejaVu Sans"/>
              </a:defRPr>
            </a:lvl1pPr>
            <a:lvl2pPr>
              <a:defRPr sz="2550" b="0">
                <a:solidFill>
                  <a:srgbClr val="F1F5F9"/>
                </a:solidFill>
                <a:latin typeface="DejaVu Sans"/>
                <a:ea typeface="DejaVu Sans"/>
                <a:cs typeface="DejaVu Sans"/>
              </a:defRPr>
            </a:lvl2pPr>
            <a:lvl3pPr>
              <a:defRPr sz="2550" b="0">
                <a:solidFill>
                  <a:srgbClr val="F1F5F9"/>
                </a:solidFill>
                <a:latin typeface="DejaVu Sans"/>
                <a:ea typeface="DejaVu Sans"/>
                <a:cs typeface="DejaVu Sans"/>
              </a:defRPr>
            </a:lvl3pPr>
            <a:lvl4pPr>
              <a:defRPr sz="2550" b="0">
                <a:solidFill>
                  <a:srgbClr val="F1F5F9"/>
                </a:solidFill>
                <a:latin typeface="DejaVu Sans"/>
                <a:ea typeface="DejaVu Sans"/>
                <a:cs typeface="DejaVu Sans"/>
              </a:defRPr>
            </a:lvl4pPr>
            <a:lvl5pPr>
              <a:defRPr sz="2550" b="0">
                <a:solidFill>
                  <a:srgbClr val="F1F5F9"/>
                </a:solidFill>
                <a:latin typeface="DejaVu Sans"/>
                <a:ea typeface="DejaVu Sans"/>
                <a:cs typeface="DejaVu Sans"/>
              </a:defRPr>
            </a:lvl5pPr>
            <a:lvl6pPr>
              <a:defRPr sz="2550" b="0">
                <a:solidFill>
                  <a:srgbClr val="F1F5F9"/>
                </a:solidFill>
                <a:latin typeface="DejaVu Sans"/>
                <a:ea typeface="DejaVu Sans"/>
                <a:cs typeface="DejaVu Sans"/>
              </a:defRPr>
            </a:lvl6pPr>
            <a:lvl7pPr>
              <a:defRPr sz="2550" b="0">
                <a:solidFill>
                  <a:srgbClr val="F1F5F9"/>
                </a:solidFill>
                <a:latin typeface="DejaVu Sans"/>
                <a:ea typeface="DejaVu Sans"/>
                <a:cs typeface="DejaVu Sans"/>
              </a:defRPr>
            </a:lvl7pPr>
            <a:lvl8pPr>
              <a:defRPr sz="2550" b="0">
                <a:solidFill>
                  <a:srgbClr val="F1F5F9"/>
                </a:solidFill>
                <a:latin typeface="DejaVu Sans"/>
                <a:ea typeface="DejaVu Sans"/>
                <a:cs typeface="DejaVu Sans"/>
              </a:defRPr>
            </a:lvl8pPr>
            <a:lvl9pPr>
              <a:defRPr sz="2550" b="0">
                <a:solidFill>
                  <a:srgbClr val="F1F5F9"/>
                </a:solidFill>
                <a:latin typeface="DejaVu Sans"/>
                <a:ea typeface="DejaVu Sans"/>
                <a:cs typeface="DejaVu Sans"/>
              </a:defRPr>
            </a:lvl9pPr>
          </a:lstStyle>
          <a:p>
            <a:pPr>
              <a:defRPr sz="2550" b="0">
                <a:solidFill>
                  <a:srgbClr val="F1F5F9"/>
                </a:solidFill>
                <a:latin typeface="DejaVu Sans"/>
                <a:ea typeface="DejaVu Sans"/>
                <a:cs typeface="DejaVu Sans"/>
              </a:defRPr>
            </a:pPr>
            <a:r>
              <a:rPr sz="2550" b="0">
                <a:solidFill>
                  <a:srgbClr val="F1F5F9"/>
                </a:solidFill>
                <a:latin typeface="DejaVu Sans"/>
                <a:ea typeface="DejaVu Sans"/>
                <a:cs typeface="DejaVu Sans"/>
              </a:rPr>
              <a:t>Small objects may be hard to detect.</a:t>
            </a:r>
          </a:p>
        </p:txBody>
      </p:sp>
      <p:sp>
        <p:nvSpPr>
          <p:cNvPr id="6" name="Rectangle 5">
            <a:extLst>
              <a:ext uri="{FF2B5EF4-FFF2-40B4-BE49-F238E27FC236}">
                <a16:creationId xmlns:a16="http://schemas.microsoft.com/office/drawing/2014/main" id="{A9A1B5D3-75EF-4FD3-B227-55972F824A83}"/>
              </a:ext>
            </a:extLst>
          </p:cNvPr>
          <p:cNvSpPr>
            <a:spLocks noGrp="1"/>
          </p:cNvSpPr>
          <p:nvPr/>
        </p:nvSpPr>
        <p:spPr>
          <a:xfrm>
            <a:off x="685800" y="4857750"/>
            <a:ext cx="10668000" cy="952500"/>
          </a:xfrm>
          <a:prstGeom prst="rect">
            <a:avLst/>
          </a:prstGeom>
          <a:noFill/>
          <a:ln w="0">
            <a:noFill/>
            <a:prstDash val="solid"/>
          </a:ln>
        </p:spPr>
        <p:txBody>
          <a:bodyPr/>
          <a:lstStyle>
            <a:defPPr>
              <a:defRPr sz="2250" b="0">
                <a:solidFill>
                  <a:srgbClr val="F1F5F9"/>
                </a:solidFill>
                <a:latin typeface="DejaVu Sans"/>
                <a:ea typeface="DejaVu Sans"/>
                <a:cs typeface="DejaVu Sans"/>
              </a:defRPr>
            </a:defPPr>
            <a:lvl1pPr>
              <a:defRPr sz="2250" b="0">
                <a:solidFill>
                  <a:srgbClr val="F1F5F9"/>
                </a:solidFill>
                <a:latin typeface="DejaVu Sans"/>
                <a:ea typeface="DejaVu Sans"/>
                <a:cs typeface="DejaVu Sans"/>
              </a:defRPr>
            </a:lvl1pPr>
            <a:lvl2pPr>
              <a:defRPr sz="2250" b="0">
                <a:solidFill>
                  <a:srgbClr val="F1F5F9"/>
                </a:solidFill>
                <a:latin typeface="DejaVu Sans"/>
                <a:ea typeface="DejaVu Sans"/>
                <a:cs typeface="DejaVu Sans"/>
              </a:defRPr>
            </a:lvl2pPr>
            <a:lvl3pPr>
              <a:defRPr sz="2250" b="0">
                <a:solidFill>
                  <a:srgbClr val="F1F5F9"/>
                </a:solidFill>
                <a:latin typeface="DejaVu Sans"/>
                <a:ea typeface="DejaVu Sans"/>
                <a:cs typeface="DejaVu Sans"/>
              </a:defRPr>
            </a:lvl3pPr>
            <a:lvl4pPr>
              <a:defRPr sz="2250" b="0">
                <a:solidFill>
                  <a:srgbClr val="F1F5F9"/>
                </a:solidFill>
                <a:latin typeface="DejaVu Sans"/>
                <a:ea typeface="DejaVu Sans"/>
                <a:cs typeface="DejaVu Sans"/>
              </a:defRPr>
            </a:lvl4pPr>
            <a:lvl5pPr>
              <a:defRPr sz="2250" b="0">
                <a:solidFill>
                  <a:srgbClr val="F1F5F9"/>
                </a:solidFill>
                <a:latin typeface="DejaVu Sans"/>
                <a:ea typeface="DejaVu Sans"/>
                <a:cs typeface="DejaVu Sans"/>
              </a:defRPr>
            </a:lvl5pPr>
            <a:lvl6pPr>
              <a:defRPr sz="2250" b="0">
                <a:solidFill>
                  <a:srgbClr val="F1F5F9"/>
                </a:solidFill>
                <a:latin typeface="DejaVu Sans"/>
                <a:ea typeface="DejaVu Sans"/>
                <a:cs typeface="DejaVu Sans"/>
              </a:defRPr>
            </a:lvl6pPr>
            <a:lvl7pPr>
              <a:defRPr sz="2250" b="0">
                <a:solidFill>
                  <a:srgbClr val="F1F5F9"/>
                </a:solidFill>
                <a:latin typeface="DejaVu Sans"/>
                <a:ea typeface="DejaVu Sans"/>
                <a:cs typeface="DejaVu Sans"/>
              </a:defRPr>
            </a:lvl7pPr>
            <a:lvl8pPr>
              <a:defRPr sz="2250" b="0">
                <a:solidFill>
                  <a:srgbClr val="F1F5F9"/>
                </a:solidFill>
                <a:latin typeface="DejaVu Sans"/>
                <a:ea typeface="DejaVu Sans"/>
                <a:cs typeface="DejaVu Sans"/>
              </a:defRPr>
            </a:lvl8pPr>
            <a:lvl9pPr>
              <a:defRPr sz="2250" b="0">
                <a:solidFill>
                  <a:srgbClr val="F1F5F9"/>
                </a:solidFill>
                <a:latin typeface="DejaVu Sans"/>
                <a:ea typeface="DejaVu Sans"/>
                <a:cs typeface="DejaVu Sans"/>
              </a:defRPr>
            </a:lvl9pPr>
          </a:lstStyle>
          <a:p>
            <a:pPr>
              <a:defRPr sz="2250" b="0">
                <a:solidFill>
                  <a:srgbClr val="F1F5F9"/>
                </a:solidFill>
                <a:latin typeface="DejaVu Sans"/>
                <a:ea typeface="DejaVu Sans"/>
                <a:cs typeface="DejaVu Sans"/>
              </a:defRPr>
            </a:pPr>
            <a:r>
              <a:rPr sz="2250" b="0">
                <a:solidFill>
                  <a:srgbClr val="F1F5F9"/>
                </a:solidFill>
                <a:latin typeface="DejaVu Sans"/>
                <a:ea typeface="DejaVu Sans"/>
                <a:cs typeface="DejaVu Sans"/>
              </a:rPr>
              <a:t>A lower threshold may find more litter,</a:t>
            </a:r>
          </a:p>
          <a:p>
            <a:pPr>
              <a:defRPr sz="2250" b="0">
                <a:solidFill>
                  <a:srgbClr val="F1F5F9"/>
                </a:solidFill>
                <a:latin typeface="DejaVu Sans"/>
                <a:ea typeface="DejaVu Sans"/>
                <a:cs typeface="DejaVu Sans"/>
              </a:defRPr>
            </a:pPr>
            <a:r>
              <a:rPr sz="2250" b="0">
                <a:solidFill>
                  <a:srgbClr val="F1F5F9"/>
                </a:solidFill>
                <a:latin typeface="DejaVu Sans"/>
                <a:ea typeface="DejaVu Sans"/>
                <a:cs typeface="DejaVu Sans"/>
              </a:rPr>
              <a:t>but it can also add false detections.</a:t>
            </a:r>
          </a:p>
        </p:txBody>
      </p:sp>
    </p:spTree>
    <p:extLst>
      <p:ext uri="{BB962C8B-B14F-4D97-AF65-F5344CB8AC3E}">
        <p14:creationId xmlns:p14="http://schemas.microsoft.com/office/powerpoint/2010/main" val="1606400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2C2F6B7-FC4E-479E-8461-8631C80F99AE}"/>
              </a:ext>
            </a:extLst>
          </p:cNvPr>
          <p:cNvSpPr>
            <a:spLocks noGrp="1"/>
          </p:cNvSpPr>
          <p:nvPr/>
        </p:nvSpPr>
        <p:spPr>
          <a:xfrm>
            <a:off x="685800" y="552450"/>
            <a:ext cx="10820400" cy="952500"/>
          </a:xfrm>
          <a:prstGeom prst="rect">
            <a:avLst/>
          </a:prstGeom>
          <a:noFill/>
          <a:ln w="0">
            <a:noFill/>
            <a:prstDash val="solid"/>
          </a:ln>
        </p:spPr>
        <p:txBody>
          <a:bodyPr/>
          <a:lstStyle>
            <a:defPPr>
              <a:defRPr sz="3300" b="1">
                <a:solidFill>
                  <a:srgbClr val="F1F5F9"/>
                </a:solidFill>
                <a:latin typeface="DejaVu Sans"/>
                <a:ea typeface="DejaVu Sans"/>
                <a:cs typeface="DejaVu Sans"/>
              </a:defRPr>
            </a:defPPr>
            <a:lvl1pPr>
              <a:defRPr sz="3300" b="1">
                <a:solidFill>
                  <a:srgbClr val="F1F5F9"/>
                </a:solidFill>
                <a:latin typeface="DejaVu Sans"/>
                <a:ea typeface="DejaVu Sans"/>
                <a:cs typeface="DejaVu Sans"/>
              </a:defRPr>
            </a:lvl1pPr>
            <a:lvl2pPr>
              <a:defRPr sz="3300" b="1">
                <a:solidFill>
                  <a:srgbClr val="F1F5F9"/>
                </a:solidFill>
                <a:latin typeface="DejaVu Sans"/>
                <a:ea typeface="DejaVu Sans"/>
                <a:cs typeface="DejaVu Sans"/>
              </a:defRPr>
            </a:lvl2pPr>
            <a:lvl3pPr>
              <a:defRPr sz="3300" b="1">
                <a:solidFill>
                  <a:srgbClr val="F1F5F9"/>
                </a:solidFill>
                <a:latin typeface="DejaVu Sans"/>
                <a:ea typeface="DejaVu Sans"/>
                <a:cs typeface="DejaVu Sans"/>
              </a:defRPr>
            </a:lvl3pPr>
            <a:lvl4pPr>
              <a:defRPr sz="3300" b="1">
                <a:solidFill>
                  <a:srgbClr val="F1F5F9"/>
                </a:solidFill>
                <a:latin typeface="DejaVu Sans"/>
                <a:ea typeface="DejaVu Sans"/>
                <a:cs typeface="DejaVu Sans"/>
              </a:defRPr>
            </a:lvl4pPr>
            <a:lvl5pPr>
              <a:defRPr sz="3300" b="1">
                <a:solidFill>
                  <a:srgbClr val="F1F5F9"/>
                </a:solidFill>
                <a:latin typeface="DejaVu Sans"/>
                <a:ea typeface="DejaVu Sans"/>
                <a:cs typeface="DejaVu Sans"/>
              </a:defRPr>
            </a:lvl5pPr>
            <a:lvl6pPr>
              <a:defRPr sz="3300" b="1">
                <a:solidFill>
                  <a:srgbClr val="F1F5F9"/>
                </a:solidFill>
                <a:latin typeface="DejaVu Sans"/>
                <a:ea typeface="DejaVu Sans"/>
                <a:cs typeface="DejaVu Sans"/>
              </a:defRPr>
            </a:lvl6pPr>
            <a:lvl7pPr>
              <a:defRPr sz="3300" b="1">
                <a:solidFill>
                  <a:srgbClr val="F1F5F9"/>
                </a:solidFill>
                <a:latin typeface="DejaVu Sans"/>
                <a:ea typeface="DejaVu Sans"/>
                <a:cs typeface="DejaVu Sans"/>
              </a:defRPr>
            </a:lvl7pPr>
            <a:lvl8pPr>
              <a:defRPr sz="3300" b="1">
                <a:solidFill>
                  <a:srgbClr val="F1F5F9"/>
                </a:solidFill>
                <a:latin typeface="DejaVu Sans"/>
                <a:ea typeface="DejaVu Sans"/>
                <a:cs typeface="DejaVu Sans"/>
              </a:defRPr>
            </a:lvl8pPr>
            <a:lvl9pPr>
              <a:defRPr sz="3300" b="1">
                <a:solidFill>
                  <a:srgbClr val="F1F5F9"/>
                </a:solidFill>
                <a:latin typeface="DejaVu Sans"/>
                <a:ea typeface="DejaVu Sans"/>
                <a:cs typeface="DejaVu Sans"/>
              </a:defRPr>
            </a:lvl9pPr>
          </a:lstStyle>
          <a:p>
            <a:pPr>
              <a:defRPr sz="3300" b="1">
                <a:solidFill>
                  <a:srgbClr val="F1F5F9"/>
                </a:solidFill>
                <a:latin typeface="DejaVu Sans"/>
                <a:ea typeface="DejaVu Sans"/>
                <a:cs typeface="DejaVu Sans"/>
              </a:defRPr>
            </a:pPr>
            <a:r>
              <a:rPr sz="3300" b="1">
                <a:solidFill>
                  <a:srgbClr val="F1F5F9"/>
                </a:solidFill>
                <a:latin typeface="DejaVu Sans"/>
                <a:ea typeface="DejaVu Sans"/>
                <a:cs typeface="DejaVu Sans"/>
              </a:rPr>
              <a:t>The Python app</a:t>
            </a:r>
          </a:p>
        </p:txBody>
      </p:sp>
      <p:sp>
        <p:nvSpPr>
          <p:cNvPr id="2" name="Rectangle 1">
            <a:extLst>
              <a:ext uri="{FF2B5EF4-FFF2-40B4-BE49-F238E27FC236}">
                <a16:creationId xmlns:a16="http://schemas.microsoft.com/office/drawing/2014/main" id="{F9020FA3-62E4-425B-A73F-3CDD1141B980}"/>
              </a:ext>
            </a:extLst>
          </p:cNvPr>
          <p:cNvSpPr>
            <a:spLocks noGrp="1"/>
          </p:cNvSpPr>
          <p:nvPr/>
        </p:nvSpPr>
        <p:spPr>
          <a:xfrm>
            <a:off x="11049000" y="6267450"/>
            <a:ext cx="476250" cy="285750"/>
          </a:xfrm>
          <a:prstGeom prst="rect">
            <a:avLst/>
          </a:prstGeom>
          <a:noFill/>
          <a:ln w="0">
            <a:noFill/>
            <a:prstDash val="solid"/>
          </a:ln>
        </p:spPr>
        <p:txBody>
          <a:bodyPr/>
          <a:lstStyle>
            <a:defPPr>
              <a:defRPr sz="1275" b="0">
                <a:solidFill>
                  <a:srgbClr val="94A3B8"/>
                </a:solidFill>
                <a:latin typeface="DejaVu Sans"/>
                <a:ea typeface="DejaVu Sans"/>
                <a:cs typeface="DejaVu Sans"/>
              </a:defRPr>
            </a:defPPr>
            <a:lvl1pPr>
              <a:defRPr sz="1275" b="0">
                <a:solidFill>
                  <a:srgbClr val="94A3B8"/>
                </a:solidFill>
                <a:latin typeface="DejaVu Sans"/>
                <a:ea typeface="DejaVu Sans"/>
                <a:cs typeface="DejaVu Sans"/>
              </a:defRPr>
            </a:lvl1pPr>
            <a:lvl2pPr>
              <a:defRPr sz="1275" b="0">
                <a:solidFill>
                  <a:srgbClr val="94A3B8"/>
                </a:solidFill>
                <a:latin typeface="DejaVu Sans"/>
                <a:ea typeface="DejaVu Sans"/>
                <a:cs typeface="DejaVu Sans"/>
              </a:defRPr>
            </a:lvl2pPr>
            <a:lvl3pPr>
              <a:defRPr sz="1275" b="0">
                <a:solidFill>
                  <a:srgbClr val="94A3B8"/>
                </a:solidFill>
                <a:latin typeface="DejaVu Sans"/>
                <a:ea typeface="DejaVu Sans"/>
                <a:cs typeface="DejaVu Sans"/>
              </a:defRPr>
            </a:lvl3pPr>
            <a:lvl4pPr>
              <a:defRPr sz="1275" b="0">
                <a:solidFill>
                  <a:srgbClr val="94A3B8"/>
                </a:solidFill>
                <a:latin typeface="DejaVu Sans"/>
                <a:ea typeface="DejaVu Sans"/>
                <a:cs typeface="DejaVu Sans"/>
              </a:defRPr>
            </a:lvl4pPr>
            <a:lvl5pPr>
              <a:defRPr sz="1275" b="0">
                <a:solidFill>
                  <a:srgbClr val="94A3B8"/>
                </a:solidFill>
                <a:latin typeface="DejaVu Sans"/>
                <a:ea typeface="DejaVu Sans"/>
                <a:cs typeface="DejaVu Sans"/>
              </a:defRPr>
            </a:lvl5pPr>
            <a:lvl6pPr>
              <a:defRPr sz="1275" b="0">
                <a:solidFill>
                  <a:srgbClr val="94A3B8"/>
                </a:solidFill>
                <a:latin typeface="DejaVu Sans"/>
                <a:ea typeface="DejaVu Sans"/>
                <a:cs typeface="DejaVu Sans"/>
              </a:defRPr>
            </a:lvl6pPr>
            <a:lvl7pPr>
              <a:defRPr sz="1275" b="0">
                <a:solidFill>
                  <a:srgbClr val="94A3B8"/>
                </a:solidFill>
                <a:latin typeface="DejaVu Sans"/>
                <a:ea typeface="DejaVu Sans"/>
                <a:cs typeface="DejaVu Sans"/>
              </a:defRPr>
            </a:lvl7pPr>
            <a:lvl8pPr>
              <a:defRPr sz="1275" b="0">
                <a:solidFill>
                  <a:srgbClr val="94A3B8"/>
                </a:solidFill>
                <a:latin typeface="DejaVu Sans"/>
                <a:ea typeface="DejaVu Sans"/>
                <a:cs typeface="DejaVu Sans"/>
              </a:defRPr>
            </a:lvl8pPr>
            <a:lvl9pPr>
              <a:defRPr sz="1275" b="0">
                <a:solidFill>
                  <a:srgbClr val="94A3B8"/>
                </a:solidFill>
                <a:latin typeface="DejaVu Sans"/>
                <a:ea typeface="DejaVu Sans"/>
                <a:cs typeface="DejaVu Sans"/>
              </a:defRPr>
            </a:lvl9pPr>
          </a:lstStyle>
          <a:p>
            <a:pPr>
              <a:defRPr sz="1275" b="0">
                <a:solidFill>
                  <a:srgbClr val="94A3B8"/>
                </a:solidFill>
                <a:latin typeface="DejaVu Sans"/>
                <a:ea typeface="DejaVu Sans"/>
                <a:cs typeface="DejaVu Sans"/>
              </a:defRPr>
            </a:pPr>
            <a:r>
              <a:rPr sz="1275" b="0">
                <a:solidFill>
                  <a:srgbClr val="94A3B8"/>
                </a:solidFill>
                <a:latin typeface="DejaVu Sans"/>
                <a:ea typeface="DejaVu Sans"/>
                <a:cs typeface="DejaVu Sans"/>
              </a:rPr>
              <a:t>06</a:t>
            </a:r>
          </a:p>
        </p:txBody>
      </p:sp>
      <p:sp>
        <p:nvSpPr>
          <p:cNvPr id="3" name="Rectangle 2">
            <a:extLst>
              <a:ext uri="{FF2B5EF4-FFF2-40B4-BE49-F238E27FC236}">
                <a16:creationId xmlns:a16="http://schemas.microsoft.com/office/drawing/2014/main" id="{8883ED27-DB90-407A-B154-04BF706D82D3}"/>
              </a:ext>
            </a:extLst>
          </p:cNvPr>
          <p:cNvSpPr>
            <a:spLocks noGrp="1"/>
          </p:cNvSpPr>
          <p:nvPr/>
        </p:nvSpPr>
        <p:spPr>
          <a:xfrm>
            <a:off x="685800" y="1809750"/>
            <a:ext cx="3429000" cy="666750"/>
          </a:xfrm>
          <a:prstGeom prst="rect">
            <a:avLst/>
          </a:prstGeom>
          <a:noFill/>
          <a:ln w="0">
            <a:noFill/>
            <a:prstDash val="solid"/>
          </a:ln>
        </p:spPr>
        <p:txBody>
          <a:bodyPr/>
          <a:lstStyle>
            <a:defPPr>
              <a:defRPr sz="2100" b="1">
                <a:solidFill>
                  <a:srgbClr val="22C55E"/>
                </a:solidFill>
                <a:latin typeface="DejaVu Sans"/>
                <a:ea typeface="DejaVu Sans"/>
                <a:cs typeface="DejaVu Sans"/>
              </a:defRPr>
            </a:defPPr>
            <a:lvl1pPr>
              <a:defRPr sz="2100" b="1">
                <a:solidFill>
                  <a:srgbClr val="22C55E"/>
                </a:solidFill>
                <a:latin typeface="DejaVu Sans"/>
                <a:ea typeface="DejaVu Sans"/>
                <a:cs typeface="DejaVu Sans"/>
              </a:defRPr>
            </a:lvl1pPr>
            <a:lvl2pPr>
              <a:defRPr sz="2100" b="1">
                <a:solidFill>
                  <a:srgbClr val="22C55E"/>
                </a:solidFill>
                <a:latin typeface="DejaVu Sans"/>
                <a:ea typeface="DejaVu Sans"/>
                <a:cs typeface="DejaVu Sans"/>
              </a:defRPr>
            </a:lvl2pPr>
            <a:lvl3pPr>
              <a:defRPr sz="2100" b="1">
                <a:solidFill>
                  <a:srgbClr val="22C55E"/>
                </a:solidFill>
                <a:latin typeface="DejaVu Sans"/>
                <a:ea typeface="DejaVu Sans"/>
                <a:cs typeface="DejaVu Sans"/>
              </a:defRPr>
            </a:lvl3pPr>
            <a:lvl4pPr>
              <a:defRPr sz="2100" b="1">
                <a:solidFill>
                  <a:srgbClr val="22C55E"/>
                </a:solidFill>
                <a:latin typeface="DejaVu Sans"/>
                <a:ea typeface="DejaVu Sans"/>
                <a:cs typeface="DejaVu Sans"/>
              </a:defRPr>
            </a:lvl4pPr>
            <a:lvl5pPr>
              <a:defRPr sz="2100" b="1">
                <a:solidFill>
                  <a:srgbClr val="22C55E"/>
                </a:solidFill>
                <a:latin typeface="DejaVu Sans"/>
                <a:ea typeface="DejaVu Sans"/>
                <a:cs typeface="DejaVu Sans"/>
              </a:defRPr>
            </a:lvl5pPr>
            <a:lvl6pPr>
              <a:defRPr sz="2100" b="1">
                <a:solidFill>
                  <a:srgbClr val="22C55E"/>
                </a:solidFill>
                <a:latin typeface="DejaVu Sans"/>
                <a:ea typeface="DejaVu Sans"/>
                <a:cs typeface="DejaVu Sans"/>
              </a:defRPr>
            </a:lvl6pPr>
            <a:lvl7pPr>
              <a:defRPr sz="2100" b="1">
                <a:solidFill>
                  <a:srgbClr val="22C55E"/>
                </a:solidFill>
                <a:latin typeface="DejaVu Sans"/>
                <a:ea typeface="DejaVu Sans"/>
                <a:cs typeface="DejaVu Sans"/>
              </a:defRPr>
            </a:lvl7pPr>
            <a:lvl8pPr>
              <a:defRPr sz="2100" b="1">
                <a:solidFill>
                  <a:srgbClr val="22C55E"/>
                </a:solidFill>
                <a:latin typeface="DejaVu Sans"/>
                <a:ea typeface="DejaVu Sans"/>
                <a:cs typeface="DejaVu Sans"/>
              </a:defRPr>
            </a:lvl8pPr>
            <a:lvl9pPr>
              <a:defRPr sz="2100" b="1">
                <a:solidFill>
                  <a:srgbClr val="22C55E"/>
                </a:solidFill>
                <a:latin typeface="DejaVu Sans"/>
                <a:ea typeface="DejaVu Sans"/>
                <a:cs typeface="DejaVu Sans"/>
              </a:defRPr>
            </a:lvl9pPr>
          </a:lstStyle>
          <a:p>
            <a:pPr>
              <a:defRPr sz="2100" b="1">
                <a:solidFill>
                  <a:srgbClr val="22C55E"/>
                </a:solidFill>
                <a:latin typeface="DejaVu Sans"/>
                <a:ea typeface="DejaVu Sans"/>
                <a:cs typeface="DejaVu Sans"/>
              </a:defRPr>
            </a:pPr>
            <a:r>
              <a:rPr sz="2100" b="1">
                <a:solidFill>
                  <a:srgbClr val="22C55E"/>
                </a:solidFill>
                <a:latin typeface="DejaVu Sans"/>
                <a:ea typeface="DejaVu Sans"/>
                <a:cs typeface="DejaVu Sans"/>
              </a:rPr>
              <a:t>Input</a:t>
            </a:r>
          </a:p>
        </p:txBody>
      </p:sp>
      <p:sp>
        <p:nvSpPr>
          <p:cNvPr id="4" name="Rectangle 3">
            <a:extLst>
              <a:ext uri="{FF2B5EF4-FFF2-40B4-BE49-F238E27FC236}">
                <a16:creationId xmlns:a16="http://schemas.microsoft.com/office/drawing/2014/main" id="{BEF458D0-2061-402C-9595-2121F142B035}"/>
              </a:ext>
            </a:extLst>
          </p:cNvPr>
          <p:cNvSpPr>
            <a:spLocks noGrp="1"/>
          </p:cNvSpPr>
          <p:nvPr/>
        </p:nvSpPr>
        <p:spPr>
          <a:xfrm>
            <a:off x="4333875" y="1809750"/>
            <a:ext cx="6953250" cy="904875"/>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Upload a JPG or PNG photo in Streamlit.</a:t>
            </a:r>
          </a:p>
        </p:txBody>
      </p:sp>
      <p:sp>
        <p:nvSpPr>
          <p:cNvPr id="5" name="Rectangle 4">
            <a:extLst>
              <a:ext uri="{FF2B5EF4-FFF2-40B4-BE49-F238E27FC236}">
                <a16:creationId xmlns:a16="http://schemas.microsoft.com/office/drawing/2014/main" id="{223B6D35-22F3-49EA-9DBC-E9A5FAF48685}"/>
              </a:ext>
            </a:extLst>
          </p:cNvPr>
          <p:cNvSpPr>
            <a:spLocks noGrp="1"/>
          </p:cNvSpPr>
          <p:nvPr/>
        </p:nvSpPr>
        <p:spPr>
          <a:xfrm>
            <a:off x="685800" y="3000375"/>
            <a:ext cx="3429000" cy="666750"/>
          </a:xfrm>
          <a:prstGeom prst="rect">
            <a:avLst/>
          </a:prstGeom>
          <a:noFill/>
          <a:ln w="0">
            <a:noFill/>
            <a:prstDash val="solid"/>
          </a:ln>
        </p:spPr>
        <p:txBody>
          <a:bodyPr/>
          <a:lstStyle>
            <a:defPPr>
              <a:defRPr sz="2100" b="1">
                <a:solidFill>
                  <a:srgbClr val="22C55E"/>
                </a:solidFill>
                <a:latin typeface="DejaVu Sans"/>
                <a:ea typeface="DejaVu Sans"/>
                <a:cs typeface="DejaVu Sans"/>
              </a:defRPr>
            </a:defPPr>
            <a:lvl1pPr>
              <a:defRPr sz="2100" b="1">
                <a:solidFill>
                  <a:srgbClr val="22C55E"/>
                </a:solidFill>
                <a:latin typeface="DejaVu Sans"/>
                <a:ea typeface="DejaVu Sans"/>
                <a:cs typeface="DejaVu Sans"/>
              </a:defRPr>
            </a:lvl1pPr>
            <a:lvl2pPr>
              <a:defRPr sz="2100" b="1">
                <a:solidFill>
                  <a:srgbClr val="22C55E"/>
                </a:solidFill>
                <a:latin typeface="DejaVu Sans"/>
                <a:ea typeface="DejaVu Sans"/>
                <a:cs typeface="DejaVu Sans"/>
              </a:defRPr>
            </a:lvl2pPr>
            <a:lvl3pPr>
              <a:defRPr sz="2100" b="1">
                <a:solidFill>
                  <a:srgbClr val="22C55E"/>
                </a:solidFill>
                <a:latin typeface="DejaVu Sans"/>
                <a:ea typeface="DejaVu Sans"/>
                <a:cs typeface="DejaVu Sans"/>
              </a:defRPr>
            </a:lvl3pPr>
            <a:lvl4pPr>
              <a:defRPr sz="2100" b="1">
                <a:solidFill>
                  <a:srgbClr val="22C55E"/>
                </a:solidFill>
                <a:latin typeface="DejaVu Sans"/>
                <a:ea typeface="DejaVu Sans"/>
                <a:cs typeface="DejaVu Sans"/>
              </a:defRPr>
            </a:lvl4pPr>
            <a:lvl5pPr>
              <a:defRPr sz="2100" b="1">
                <a:solidFill>
                  <a:srgbClr val="22C55E"/>
                </a:solidFill>
                <a:latin typeface="DejaVu Sans"/>
                <a:ea typeface="DejaVu Sans"/>
                <a:cs typeface="DejaVu Sans"/>
              </a:defRPr>
            </a:lvl5pPr>
            <a:lvl6pPr>
              <a:defRPr sz="2100" b="1">
                <a:solidFill>
                  <a:srgbClr val="22C55E"/>
                </a:solidFill>
                <a:latin typeface="DejaVu Sans"/>
                <a:ea typeface="DejaVu Sans"/>
                <a:cs typeface="DejaVu Sans"/>
              </a:defRPr>
            </a:lvl6pPr>
            <a:lvl7pPr>
              <a:defRPr sz="2100" b="1">
                <a:solidFill>
                  <a:srgbClr val="22C55E"/>
                </a:solidFill>
                <a:latin typeface="DejaVu Sans"/>
                <a:ea typeface="DejaVu Sans"/>
                <a:cs typeface="DejaVu Sans"/>
              </a:defRPr>
            </a:lvl7pPr>
            <a:lvl8pPr>
              <a:defRPr sz="2100" b="1">
                <a:solidFill>
                  <a:srgbClr val="22C55E"/>
                </a:solidFill>
                <a:latin typeface="DejaVu Sans"/>
                <a:ea typeface="DejaVu Sans"/>
                <a:cs typeface="DejaVu Sans"/>
              </a:defRPr>
            </a:lvl8pPr>
            <a:lvl9pPr>
              <a:defRPr sz="2100" b="1">
                <a:solidFill>
                  <a:srgbClr val="22C55E"/>
                </a:solidFill>
                <a:latin typeface="DejaVu Sans"/>
                <a:ea typeface="DejaVu Sans"/>
                <a:cs typeface="DejaVu Sans"/>
              </a:defRPr>
            </a:lvl9pPr>
          </a:lstStyle>
          <a:p>
            <a:pPr>
              <a:defRPr sz="2100" b="1">
                <a:solidFill>
                  <a:srgbClr val="22C55E"/>
                </a:solidFill>
                <a:latin typeface="DejaVu Sans"/>
                <a:ea typeface="DejaVu Sans"/>
                <a:cs typeface="DejaVu Sans"/>
              </a:defRPr>
            </a:pPr>
            <a:r>
              <a:rPr sz="2100" b="1">
                <a:solidFill>
                  <a:srgbClr val="22C55E"/>
                </a:solidFill>
                <a:latin typeface="DejaVu Sans"/>
                <a:ea typeface="DejaVu Sans"/>
                <a:cs typeface="DejaVu Sans"/>
              </a:rPr>
              <a:t>Inference</a:t>
            </a:r>
          </a:p>
        </p:txBody>
      </p:sp>
      <p:sp>
        <p:nvSpPr>
          <p:cNvPr id="6" name="Rectangle 5">
            <a:extLst>
              <a:ext uri="{FF2B5EF4-FFF2-40B4-BE49-F238E27FC236}">
                <a16:creationId xmlns:a16="http://schemas.microsoft.com/office/drawing/2014/main" id="{F930EA5F-D33E-40A0-8F83-32AC3BED1465}"/>
              </a:ext>
            </a:extLst>
          </p:cNvPr>
          <p:cNvSpPr>
            <a:spLocks noGrp="1"/>
          </p:cNvSpPr>
          <p:nvPr/>
        </p:nvSpPr>
        <p:spPr>
          <a:xfrm>
            <a:off x="4333875" y="3000375"/>
            <a:ext cx="6953250" cy="904875"/>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Send the photo to the hosted Roboflow object-detection model.</a:t>
            </a:r>
          </a:p>
        </p:txBody>
      </p:sp>
      <p:sp>
        <p:nvSpPr>
          <p:cNvPr id="7" name="Rectangle 6">
            <a:extLst>
              <a:ext uri="{FF2B5EF4-FFF2-40B4-BE49-F238E27FC236}">
                <a16:creationId xmlns:a16="http://schemas.microsoft.com/office/drawing/2014/main" id="{A6AAE6AE-A99D-4598-BA05-1E79F2641156}"/>
              </a:ext>
            </a:extLst>
          </p:cNvPr>
          <p:cNvSpPr>
            <a:spLocks noGrp="1"/>
          </p:cNvSpPr>
          <p:nvPr/>
        </p:nvSpPr>
        <p:spPr>
          <a:xfrm>
            <a:off x="685800" y="4191000"/>
            <a:ext cx="3429000" cy="666750"/>
          </a:xfrm>
          <a:prstGeom prst="rect">
            <a:avLst/>
          </a:prstGeom>
          <a:noFill/>
          <a:ln w="0">
            <a:noFill/>
            <a:prstDash val="solid"/>
          </a:ln>
        </p:spPr>
        <p:txBody>
          <a:bodyPr/>
          <a:lstStyle>
            <a:defPPr>
              <a:defRPr sz="2100" b="1">
                <a:solidFill>
                  <a:srgbClr val="22C55E"/>
                </a:solidFill>
                <a:latin typeface="DejaVu Sans"/>
                <a:ea typeface="DejaVu Sans"/>
                <a:cs typeface="DejaVu Sans"/>
              </a:defRPr>
            </a:defPPr>
            <a:lvl1pPr>
              <a:defRPr sz="2100" b="1">
                <a:solidFill>
                  <a:srgbClr val="22C55E"/>
                </a:solidFill>
                <a:latin typeface="DejaVu Sans"/>
                <a:ea typeface="DejaVu Sans"/>
                <a:cs typeface="DejaVu Sans"/>
              </a:defRPr>
            </a:lvl1pPr>
            <a:lvl2pPr>
              <a:defRPr sz="2100" b="1">
                <a:solidFill>
                  <a:srgbClr val="22C55E"/>
                </a:solidFill>
                <a:latin typeface="DejaVu Sans"/>
                <a:ea typeface="DejaVu Sans"/>
                <a:cs typeface="DejaVu Sans"/>
              </a:defRPr>
            </a:lvl2pPr>
            <a:lvl3pPr>
              <a:defRPr sz="2100" b="1">
                <a:solidFill>
                  <a:srgbClr val="22C55E"/>
                </a:solidFill>
                <a:latin typeface="DejaVu Sans"/>
                <a:ea typeface="DejaVu Sans"/>
                <a:cs typeface="DejaVu Sans"/>
              </a:defRPr>
            </a:lvl3pPr>
            <a:lvl4pPr>
              <a:defRPr sz="2100" b="1">
                <a:solidFill>
                  <a:srgbClr val="22C55E"/>
                </a:solidFill>
                <a:latin typeface="DejaVu Sans"/>
                <a:ea typeface="DejaVu Sans"/>
                <a:cs typeface="DejaVu Sans"/>
              </a:defRPr>
            </a:lvl4pPr>
            <a:lvl5pPr>
              <a:defRPr sz="2100" b="1">
                <a:solidFill>
                  <a:srgbClr val="22C55E"/>
                </a:solidFill>
                <a:latin typeface="DejaVu Sans"/>
                <a:ea typeface="DejaVu Sans"/>
                <a:cs typeface="DejaVu Sans"/>
              </a:defRPr>
            </a:lvl5pPr>
            <a:lvl6pPr>
              <a:defRPr sz="2100" b="1">
                <a:solidFill>
                  <a:srgbClr val="22C55E"/>
                </a:solidFill>
                <a:latin typeface="DejaVu Sans"/>
                <a:ea typeface="DejaVu Sans"/>
                <a:cs typeface="DejaVu Sans"/>
              </a:defRPr>
            </a:lvl6pPr>
            <a:lvl7pPr>
              <a:defRPr sz="2100" b="1">
                <a:solidFill>
                  <a:srgbClr val="22C55E"/>
                </a:solidFill>
                <a:latin typeface="DejaVu Sans"/>
                <a:ea typeface="DejaVu Sans"/>
                <a:cs typeface="DejaVu Sans"/>
              </a:defRPr>
            </a:lvl7pPr>
            <a:lvl8pPr>
              <a:defRPr sz="2100" b="1">
                <a:solidFill>
                  <a:srgbClr val="22C55E"/>
                </a:solidFill>
                <a:latin typeface="DejaVu Sans"/>
                <a:ea typeface="DejaVu Sans"/>
                <a:cs typeface="DejaVu Sans"/>
              </a:defRPr>
            </a:lvl8pPr>
            <a:lvl9pPr>
              <a:defRPr sz="2100" b="1">
                <a:solidFill>
                  <a:srgbClr val="22C55E"/>
                </a:solidFill>
                <a:latin typeface="DejaVu Sans"/>
                <a:ea typeface="DejaVu Sans"/>
                <a:cs typeface="DejaVu Sans"/>
              </a:defRPr>
            </a:lvl9pPr>
          </a:lstStyle>
          <a:p>
            <a:pPr>
              <a:defRPr sz="2100" b="1">
                <a:solidFill>
                  <a:srgbClr val="22C55E"/>
                </a:solidFill>
                <a:latin typeface="DejaVu Sans"/>
                <a:ea typeface="DejaVu Sans"/>
                <a:cs typeface="DejaVu Sans"/>
              </a:defRPr>
            </a:pPr>
            <a:r>
              <a:rPr sz="2100" b="1">
                <a:solidFill>
                  <a:srgbClr val="22C55E"/>
                </a:solidFill>
                <a:latin typeface="DejaVu Sans"/>
                <a:ea typeface="DejaVu Sans"/>
                <a:cs typeface="DejaVu Sans"/>
              </a:rPr>
              <a:t>Output</a:t>
            </a:r>
          </a:p>
        </p:txBody>
      </p:sp>
      <p:sp>
        <p:nvSpPr>
          <p:cNvPr id="8" name="Rectangle 7">
            <a:extLst>
              <a:ext uri="{FF2B5EF4-FFF2-40B4-BE49-F238E27FC236}">
                <a16:creationId xmlns:a16="http://schemas.microsoft.com/office/drawing/2014/main" id="{D02456E0-531D-42D3-8906-2B031380F861}"/>
              </a:ext>
            </a:extLst>
          </p:cNvPr>
          <p:cNvSpPr>
            <a:spLocks noGrp="1"/>
          </p:cNvSpPr>
          <p:nvPr/>
        </p:nvSpPr>
        <p:spPr>
          <a:xfrm>
            <a:off x="4333875" y="4191000"/>
            <a:ext cx="6953250" cy="904875"/>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Display boxes, confidence scores and the detection count.</a:t>
            </a:r>
          </a:p>
        </p:txBody>
      </p:sp>
    </p:spTree>
    <p:extLst>
      <p:ext uri="{BB962C8B-B14F-4D97-AF65-F5344CB8AC3E}">
        <p14:creationId xmlns:p14="http://schemas.microsoft.com/office/powerpoint/2010/main" val="945772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410D7D-7B7C-4AE9-A648-CE1532C3E427}"/>
              </a:ext>
            </a:extLst>
          </p:cNvPr>
          <p:cNvSpPr>
            <a:spLocks noGrp="1"/>
          </p:cNvSpPr>
          <p:nvPr/>
        </p:nvSpPr>
        <p:spPr>
          <a:xfrm>
            <a:off x="685800" y="552450"/>
            <a:ext cx="10820400" cy="952500"/>
          </a:xfrm>
          <a:prstGeom prst="rect">
            <a:avLst/>
          </a:prstGeom>
          <a:noFill/>
          <a:ln w="0">
            <a:noFill/>
            <a:prstDash val="solid"/>
          </a:ln>
        </p:spPr>
        <p:txBody>
          <a:bodyPr/>
          <a:lstStyle>
            <a:defPPr>
              <a:defRPr sz="3300" b="1">
                <a:solidFill>
                  <a:srgbClr val="F1F5F9"/>
                </a:solidFill>
                <a:latin typeface="DejaVu Sans"/>
                <a:ea typeface="DejaVu Sans"/>
                <a:cs typeface="DejaVu Sans"/>
              </a:defRPr>
            </a:defPPr>
            <a:lvl1pPr>
              <a:defRPr sz="3300" b="1">
                <a:solidFill>
                  <a:srgbClr val="F1F5F9"/>
                </a:solidFill>
                <a:latin typeface="DejaVu Sans"/>
                <a:ea typeface="DejaVu Sans"/>
                <a:cs typeface="DejaVu Sans"/>
              </a:defRPr>
            </a:lvl1pPr>
            <a:lvl2pPr>
              <a:defRPr sz="3300" b="1">
                <a:solidFill>
                  <a:srgbClr val="F1F5F9"/>
                </a:solidFill>
                <a:latin typeface="DejaVu Sans"/>
                <a:ea typeface="DejaVu Sans"/>
                <a:cs typeface="DejaVu Sans"/>
              </a:defRPr>
            </a:lvl2pPr>
            <a:lvl3pPr>
              <a:defRPr sz="3300" b="1">
                <a:solidFill>
                  <a:srgbClr val="F1F5F9"/>
                </a:solidFill>
                <a:latin typeface="DejaVu Sans"/>
                <a:ea typeface="DejaVu Sans"/>
                <a:cs typeface="DejaVu Sans"/>
              </a:defRPr>
            </a:lvl3pPr>
            <a:lvl4pPr>
              <a:defRPr sz="3300" b="1">
                <a:solidFill>
                  <a:srgbClr val="F1F5F9"/>
                </a:solidFill>
                <a:latin typeface="DejaVu Sans"/>
                <a:ea typeface="DejaVu Sans"/>
                <a:cs typeface="DejaVu Sans"/>
              </a:defRPr>
            </a:lvl4pPr>
            <a:lvl5pPr>
              <a:defRPr sz="3300" b="1">
                <a:solidFill>
                  <a:srgbClr val="F1F5F9"/>
                </a:solidFill>
                <a:latin typeface="DejaVu Sans"/>
                <a:ea typeface="DejaVu Sans"/>
                <a:cs typeface="DejaVu Sans"/>
              </a:defRPr>
            </a:lvl5pPr>
            <a:lvl6pPr>
              <a:defRPr sz="3300" b="1">
                <a:solidFill>
                  <a:srgbClr val="F1F5F9"/>
                </a:solidFill>
                <a:latin typeface="DejaVu Sans"/>
                <a:ea typeface="DejaVu Sans"/>
                <a:cs typeface="DejaVu Sans"/>
              </a:defRPr>
            </a:lvl6pPr>
            <a:lvl7pPr>
              <a:defRPr sz="3300" b="1">
                <a:solidFill>
                  <a:srgbClr val="F1F5F9"/>
                </a:solidFill>
                <a:latin typeface="DejaVu Sans"/>
                <a:ea typeface="DejaVu Sans"/>
                <a:cs typeface="DejaVu Sans"/>
              </a:defRPr>
            </a:lvl7pPr>
            <a:lvl8pPr>
              <a:defRPr sz="3300" b="1">
                <a:solidFill>
                  <a:srgbClr val="F1F5F9"/>
                </a:solidFill>
                <a:latin typeface="DejaVu Sans"/>
                <a:ea typeface="DejaVu Sans"/>
                <a:cs typeface="DejaVu Sans"/>
              </a:defRPr>
            </a:lvl8pPr>
            <a:lvl9pPr>
              <a:defRPr sz="3300" b="1">
                <a:solidFill>
                  <a:srgbClr val="F1F5F9"/>
                </a:solidFill>
                <a:latin typeface="DejaVu Sans"/>
                <a:ea typeface="DejaVu Sans"/>
                <a:cs typeface="DejaVu Sans"/>
              </a:defRPr>
            </a:lvl9pPr>
          </a:lstStyle>
          <a:p>
            <a:pPr>
              <a:defRPr sz="3300" b="1">
                <a:solidFill>
                  <a:srgbClr val="F1F5F9"/>
                </a:solidFill>
                <a:latin typeface="DejaVu Sans"/>
                <a:ea typeface="DejaVu Sans"/>
                <a:cs typeface="DejaVu Sans"/>
              </a:defRPr>
            </a:pPr>
            <a:r>
              <a:rPr sz="3300" b="1">
                <a:solidFill>
                  <a:srgbClr val="F1F5F9"/>
                </a:solidFill>
                <a:latin typeface="DejaVu Sans"/>
                <a:ea typeface="DejaVu Sans"/>
                <a:cs typeface="DejaVu Sans"/>
              </a:rPr>
              <a:t>Deployment and teamwork</a:t>
            </a:r>
          </a:p>
        </p:txBody>
      </p:sp>
      <p:sp>
        <p:nvSpPr>
          <p:cNvPr id="2" name="Rectangle 1">
            <a:extLst>
              <a:ext uri="{FF2B5EF4-FFF2-40B4-BE49-F238E27FC236}">
                <a16:creationId xmlns:a16="http://schemas.microsoft.com/office/drawing/2014/main" id="{EDF75595-9EED-4A0D-9F6A-5639986DB1DD}"/>
              </a:ext>
            </a:extLst>
          </p:cNvPr>
          <p:cNvSpPr>
            <a:spLocks noGrp="1"/>
          </p:cNvSpPr>
          <p:nvPr/>
        </p:nvSpPr>
        <p:spPr>
          <a:xfrm>
            <a:off x="11049000" y="6267450"/>
            <a:ext cx="476250" cy="285750"/>
          </a:xfrm>
          <a:prstGeom prst="rect">
            <a:avLst/>
          </a:prstGeom>
          <a:noFill/>
          <a:ln w="0">
            <a:noFill/>
            <a:prstDash val="solid"/>
          </a:ln>
        </p:spPr>
        <p:txBody>
          <a:bodyPr/>
          <a:lstStyle>
            <a:defPPr>
              <a:defRPr sz="1275" b="0">
                <a:solidFill>
                  <a:srgbClr val="94A3B8"/>
                </a:solidFill>
                <a:latin typeface="DejaVu Sans"/>
                <a:ea typeface="DejaVu Sans"/>
                <a:cs typeface="DejaVu Sans"/>
              </a:defRPr>
            </a:defPPr>
            <a:lvl1pPr>
              <a:defRPr sz="1275" b="0">
                <a:solidFill>
                  <a:srgbClr val="94A3B8"/>
                </a:solidFill>
                <a:latin typeface="DejaVu Sans"/>
                <a:ea typeface="DejaVu Sans"/>
                <a:cs typeface="DejaVu Sans"/>
              </a:defRPr>
            </a:lvl1pPr>
            <a:lvl2pPr>
              <a:defRPr sz="1275" b="0">
                <a:solidFill>
                  <a:srgbClr val="94A3B8"/>
                </a:solidFill>
                <a:latin typeface="DejaVu Sans"/>
                <a:ea typeface="DejaVu Sans"/>
                <a:cs typeface="DejaVu Sans"/>
              </a:defRPr>
            </a:lvl2pPr>
            <a:lvl3pPr>
              <a:defRPr sz="1275" b="0">
                <a:solidFill>
                  <a:srgbClr val="94A3B8"/>
                </a:solidFill>
                <a:latin typeface="DejaVu Sans"/>
                <a:ea typeface="DejaVu Sans"/>
                <a:cs typeface="DejaVu Sans"/>
              </a:defRPr>
            </a:lvl3pPr>
            <a:lvl4pPr>
              <a:defRPr sz="1275" b="0">
                <a:solidFill>
                  <a:srgbClr val="94A3B8"/>
                </a:solidFill>
                <a:latin typeface="DejaVu Sans"/>
                <a:ea typeface="DejaVu Sans"/>
                <a:cs typeface="DejaVu Sans"/>
              </a:defRPr>
            </a:lvl4pPr>
            <a:lvl5pPr>
              <a:defRPr sz="1275" b="0">
                <a:solidFill>
                  <a:srgbClr val="94A3B8"/>
                </a:solidFill>
                <a:latin typeface="DejaVu Sans"/>
                <a:ea typeface="DejaVu Sans"/>
                <a:cs typeface="DejaVu Sans"/>
              </a:defRPr>
            </a:lvl5pPr>
            <a:lvl6pPr>
              <a:defRPr sz="1275" b="0">
                <a:solidFill>
                  <a:srgbClr val="94A3B8"/>
                </a:solidFill>
                <a:latin typeface="DejaVu Sans"/>
                <a:ea typeface="DejaVu Sans"/>
                <a:cs typeface="DejaVu Sans"/>
              </a:defRPr>
            </a:lvl6pPr>
            <a:lvl7pPr>
              <a:defRPr sz="1275" b="0">
                <a:solidFill>
                  <a:srgbClr val="94A3B8"/>
                </a:solidFill>
                <a:latin typeface="DejaVu Sans"/>
                <a:ea typeface="DejaVu Sans"/>
                <a:cs typeface="DejaVu Sans"/>
              </a:defRPr>
            </a:lvl7pPr>
            <a:lvl8pPr>
              <a:defRPr sz="1275" b="0">
                <a:solidFill>
                  <a:srgbClr val="94A3B8"/>
                </a:solidFill>
                <a:latin typeface="DejaVu Sans"/>
                <a:ea typeface="DejaVu Sans"/>
                <a:cs typeface="DejaVu Sans"/>
              </a:defRPr>
            </a:lvl8pPr>
            <a:lvl9pPr>
              <a:defRPr sz="1275" b="0">
                <a:solidFill>
                  <a:srgbClr val="94A3B8"/>
                </a:solidFill>
                <a:latin typeface="DejaVu Sans"/>
                <a:ea typeface="DejaVu Sans"/>
                <a:cs typeface="DejaVu Sans"/>
              </a:defRPr>
            </a:lvl9pPr>
          </a:lstStyle>
          <a:p>
            <a:pPr>
              <a:defRPr sz="1275" b="0">
                <a:solidFill>
                  <a:srgbClr val="94A3B8"/>
                </a:solidFill>
                <a:latin typeface="DejaVu Sans"/>
                <a:ea typeface="DejaVu Sans"/>
                <a:cs typeface="DejaVu Sans"/>
              </a:defRPr>
            </a:pPr>
            <a:r>
              <a:rPr sz="1275" b="0">
                <a:solidFill>
                  <a:srgbClr val="94A3B8"/>
                </a:solidFill>
                <a:latin typeface="DejaVu Sans"/>
                <a:ea typeface="DejaVu Sans"/>
                <a:cs typeface="DejaVu Sans"/>
              </a:rPr>
              <a:t>07</a:t>
            </a:r>
          </a:p>
        </p:txBody>
      </p:sp>
      <p:sp>
        <p:nvSpPr>
          <p:cNvPr id="3" name="Rectangle 2">
            <a:extLst>
              <a:ext uri="{FF2B5EF4-FFF2-40B4-BE49-F238E27FC236}">
                <a16:creationId xmlns:a16="http://schemas.microsoft.com/office/drawing/2014/main" id="{077697E9-960B-4FDA-8BA6-F3FE326A2E16}"/>
              </a:ext>
            </a:extLst>
          </p:cNvPr>
          <p:cNvSpPr>
            <a:spLocks noGrp="1"/>
          </p:cNvSpPr>
          <p:nvPr/>
        </p:nvSpPr>
        <p:spPr>
          <a:xfrm>
            <a:off x="685800" y="1809750"/>
            <a:ext cx="3429000" cy="666750"/>
          </a:xfrm>
          <a:prstGeom prst="rect">
            <a:avLst/>
          </a:prstGeom>
          <a:noFill/>
          <a:ln w="0">
            <a:noFill/>
            <a:prstDash val="solid"/>
          </a:ln>
        </p:spPr>
        <p:txBody>
          <a:bodyPr/>
          <a:lstStyle>
            <a:defPPr>
              <a:defRPr sz="2100" b="1">
                <a:solidFill>
                  <a:srgbClr val="22C55E"/>
                </a:solidFill>
                <a:latin typeface="DejaVu Sans"/>
                <a:ea typeface="DejaVu Sans"/>
                <a:cs typeface="DejaVu Sans"/>
              </a:defRPr>
            </a:defPPr>
            <a:lvl1pPr>
              <a:defRPr sz="2100" b="1">
                <a:solidFill>
                  <a:srgbClr val="22C55E"/>
                </a:solidFill>
                <a:latin typeface="DejaVu Sans"/>
                <a:ea typeface="DejaVu Sans"/>
                <a:cs typeface="DejaVu Sans"/>
              </a:defRPr>
            </a:lvl1pPr>
            <a:lvl2pPr>
              <a:defRPr sz="2100" b="1">
                <a:solidFill>
                  <a:srgbClr val="22C55E"/>
                </a:solidFill>
                <a:latin typeface="DejaVu Sans"/>
                <a:ea typeface="DejaVu Sans"/>
                <a:cs typeface="DejaVu Sans"/>
              </a:defRPr>
            </a:lvl2pPr>
            <a:lvl3pPr>
              <a:defRPr sz="2100" b="1">
                <a:solidFill>
                  <a:srgbClr val="22C55E"/>
                </a:solidFill>
                <a:latin typeface="DejaVu Sans"/>
                <a:ea typeface="DejaVu Sans"/>
                <a:cs typeface="DejaVu Sans"/>
              </a:defRPr>
            </a:lvl3pPr>
            <a:lvl4pPr>
              <a:defRPr sz="2100" b="1">
                <a:solidFill>
                  <a:srgbClr val="22C55E"/>
                </a:solidFill>
                <a:latin typeface="DejaVu Sans"/>
                <a:ea typeface="DejaVu Sans"/>
                <a:cs typeface="DejaVu Sans"/>
              </a:defRPr>
            </a:lvl4pPr>
            <a:lvl5pPr>
              <a:defRPr sz="2100" b="1">
                <a:solidFill>
                  <a:srgbClr val="22C55E"/>
                </a:solidFill>
                <a:latin typeface="DejaVu Sans"/>
                <a:ea typeface="DejaVu Sans"/>
                <a:cs typeface="DejaVu Sans"/>
              </a:defRPr>
            </a:lvl5pPr>
            <a:lvl6pPr>
              <a:defRPr sz="2100" b="1">
                <a:solidFill>
                  <a:srgbClr val="22C55E"/>
                </a:solidFill>
                <a:latin typeface="DejaVu Sans"/>
                <a:ea typeface="DejaVu Sans"/>
                <a:cs typeface="DejaVu Sans"/>
              </a:defRPr>
            </a:lvl6pPr>
            <a:lvl7pPr>
              <a:defRPr sz="2100" b="1">
                <a:solidFill>
                  <a:srgbClr val="22C55E"/>
                </a:solidFill>
                <a:latin typeface="DejaVu Sans"/>
                <a:ea typeface="DejaVu Sans"/>
                <a:cs typeface="DejaVu Sans"/>
              </a:defRPr>
            </a:lvl7pPr>
            <a:lvl8pPr>
              <a:defRPr sz="2100" b="1">
                <a:solidFill>
                  <a:srgbClr val="22C55E"/>
                </a:solidFill>
                <a:latin typeface="DejaVu Sans"/>
                <a:ea typeface="DejaVu Sans"/>
                <a:cs typeface="DejaVu Sans"/>
              </a:defRPr>
            </a:lvl8pPr>
            <a:lvl9pPr>
              <a:defRPr sz="2100" b="1">
                <a:solidFill>
                  <a:srgbClr val="22C55E"/>
                </a:solidFill>
                <a:latin typeface="DejaVu Sans"/>
                <a:ea typeface="DejaVu Sans"/>
                <a:cs typeface="DejaVu Sans"/>
              </a:defRPr>
            </a:lvl9pPr>
          </a:lstStyle>
          <a:p>
            <a:pPr>
              <a:defRPr sz="2100" b="1">
                <a:solidFill>
                  <a:srgbClr val="22C55E"/>
                </a:solidFill>
                <a:latin typeface="DejaVu Sans"/>
                <a:ea typeface="DejaVu Sans"/>
                <a:cs typeface="DejaVu Sans"/>
              </a:defRPr>
            </a:pPr>
            <a:r>
              <a:rPr sz="2100" b="1">
                <a:solidFill>
                  <a:srgbClr val="22C55E"/>
                </a:solidFill>
                <a:latin typeface="DejaVu Sans"/>
                <a:ea typeface="DejaVu Sans"/>
                <a:cs typeface="DejaVu Sans"/>
              </a:rPr>
              <a:t>Evaldas</a:t>
            </a:r>
          </a:p>
        </p:txBody>
      </p:sp>
      <p:sp>
        <p:nvSpPr>
          <p:cNvPr id="4" name="Rectangle 3">
            <a:extLst>
              <a:ext uri="{FF2B5EF4-FFF2-40B4-BE49-F238E27FC236}">
                <a16:creationId xmlns:a16="http://schemas.microsoft.com/office/drawing/2014/main" id="{1BDE7E4E-4FC6-42AC-8EF5-172B5DE666D7}"/>
              </a:ext>
            </a:extLst>
          </p:cNvPr>
          <p:cNvSpPr>
            <a:spLocks noGrp="1"/>
          </p:cNvSpPr>
          <p:nvPr/>
        </p:nvSpPr>
        <p:spPr>
          <a:xfrm>
            <a:off x="4333875" y="1809750"/>
            <a:ext cx="6953250" cy="904875"/>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Streamlit app, GitHub integration and deployment troubleshooting.</a:t>
            </a:r>
          </a:p>
        </p:txBody>
      </p:sp>
      <p:sp>
        <p:nvSpPr>
          <p:cNvPr id="5" name="Rectangle 4">
            <a:extLst>
              <a:ext uri="{FF2B5EF4-FFF2-40B4-BE49-F238E27FC236}">
                <a16:creationId xmlns:a16="http://schemas.microsoft.com/office/drawing/2014/main" id="{43402418-8185-4F16-A225-CBC1914646CA}"/>
              </a:ext>
            </a:extLst>
          </p:cNvPr>
          <p:cNvSpPr>
            <a:spLocks noGrp="1"/>
          </p:cNvSpPr>
          <p:nvPr/>
        </p:nvSpPr>
        <p:spPr>
          <a:xfrm>
            <a:off x="685800" y="3000375"/>
            <a:ext cx="3429000" cy="666750"/>
          </a:xfrm>
          <a:prstGeom prst="rect">
            <a:avLst/>
          </a:prstGeom>
          <a:noFill/>
          <a:ln w="0">
            <a:noFill/>
            <a:prstDash val="solid"/>
          </a:ln>
        </p:spPr>
        <p:txBody>
          <a:bodyPr/>
          <a:lstStyle>
            <a:defPPr>
              <a:defRPr sz="2100" b="1">
                <a:solidFill>
                  <a:srgbClr val="22C55E"/>
                </a:solidFill>
                <a:latin typeface="DejaVu Sans"/>
                <a:ea typeface="DejaVu Sans"/>
                <a:cs typeface="DejaVu Sans"/>
              </a:defRPr>
            </a:defPPr>
            <a:lvl1pPr>
              <a:defRPr sz="2100" b="1">
                <a:solidFill>
                  <a:srgbClr val="22C55E"/>
                </a:solidFill>
                <a:latin typeface="DejaVu Sans"/>
                <a:ea typeface="DejaVu Sans"/>
                <a:cs typeface="DejaVu Sans"/>
              </a:defRPr>
            </a:lvl1pPr>
            <a:lvl2pPr>
              <a:defRPr sz="2100" b="1">
                <a:solidFill>
                  <a:srgbClr val="22C55E"/>
                </a:solidFill>
                <a:latin typeface="DejaVu Sans"/>
                <a:ea typeface="DejaVu Sans"/>
                <a:cs typeface="DejaVu Sans"/>
              </a:defRPr>
            </a:lvl2pPr>
            <a:lvl3pPr>
              <a:defRPr sz="2100" b="1">
                <a:solidFill>
                  <a:srgbClr val="22C55E"/>
                </a:solidFill>
                <a:latin typeface="DejaVu Sans"/>
                <a:ea typeface="DejaVu Sans"/>
                <a:cs typeface="DejaVu Sans"/>
              </a:defRPr>
            </a:lvl3pPr>
            <a:lvl4pPr>
              <a:defRPr sz="2100" b="1">
                <a:solidFill>
                  <a:srgbClr val="22C55E"/>
                </a:solidFill>
                <a:latin typeface="DejaVu Sans"/>
                <a:ea typeface="DejaVu Sans"/>
                <a:cs typeface="DejaVu Sans"/>
              </a:defRPr>
            </a:lvl4pPr>
            <a:lvl5pPr>
              <a:defRPr sz="2100" b="1">
                <a:solidFill>
                  <a:srgbClr val="22C55E"/>
                </a:solidFill>
                <a:latin typeface="DejaVu Sans"/>
                <a:ea typeface="DejaVu Sans"/>
                <a:cs typeface="DejaVu Sans"/>
              </a:defRPr>
            </a:lvl5pPr>
            <a:lvl6pPr>
              <a:defRPr sz="2100" b="1">
                <a:solidFill>
                  <a:srgbClr val="22C55E"/>
                </a:solidFill>
                <a:latin typeface="DejaVu Sans"/>
                <a:ea typeface="DejaVu Sans"/>
                <a:cs typeface="DejaVu Sans"/>
              </a:defRPr>
            </a:lvl6pPr>
            <a:lvl7pPr>
              <a:defRPr sz="2100" b="1">
                <a:solidFill>
                  <a:srgbClr val="22C55E"/>
                </a:solidFill>
                <a:latin typeface="DejaVu Sans"/>
                <a:ea typeface="DejaVu Sans"/>
                <a:cs typeface="DejaVu Sans"/>
              </a:defRPr>
            </a:lvl7pPr>
            <a:lvl8pPr>
              <a:defRPr sz="2100" b="1">
                <a:solidFill>
                  <a:srgbClr val="22C55E"/>
                </a:solidFill>
                <a:latin typeface="DejaVu Sans"/>
                <a:ea typeface="DejaVu Sans"/>
                <a:cs typeface="DejaVu Sans"/>
              </a:defRPr>
            </a:lvl8pPr>
            <a:lvl9pPr>
              <a:defRPr sz="2100" b="1">
                <a:solidFill>
                  <a:srgbClr val="22C55E"/>
                </a:solidFill>
                <a:latin typeface="DejaVu Sans"/>
                <a:ea typeface="DejaVu Sans"/>
                <a:cs typeface="DejaVu Sans"/>
              </a:defRPr>
            </a:lvl9pPr>
          </a:lstStyle>
          <a:p>
            <a:pPr>
              <a:defRPr sz="2100" b="1">
                <a:solidFill>
                  <a:srgbClr val="22C55E"/>
                </a:solidFill>
                <a:latin typeface="DejaVu Sans"/>
                <a:ea typeface="DejaVu Sans"/>
                <a:cs typeface="DejaVu Sans"/>
              </a:defRPr>
            </a:pPr>
            <a:r>
              <a:rPr lang="lt-LT" b="0" dirty="0"/>
              <a:t>Haki Abdulovski</a:t>
            </a:r>
            <a:endParaRPr sz="2100" b="1" dirty="0">
              <a:solidFill>
                <a:srgbClr val="22C55E"/>
              </a:solidFill>
              <a:latin typeface="DejaVu Sans"/>
              <a:ea typeface="DejaVu Sans"/>
              <a:cs typeface="DejaVu Sans"/>
            </a:endParaRPr>
          </a:p>
        </p:txBody>
      </p:sp>
      <p:sp>
        <p:nvSpPr>
          <p:cNvPr id="6" name="Rectangle 5">
            <a:extLst>
              <a:ext uri="{FF2B5EF4-FFF2-40B4-BE49-F238E27FC236}">
                <a16:creationId xmlns:a16="http://schemas.microsoft.com/office/drawing/2014/main" id="{039DE988-CF4D-47C6-8744-A7C56F874B75}"/>
              </a:ext>
            </a:extLst>
          </p:cNvPr>
          <p:cNvSpPr>
            <a:spLocks noGrp="1"/>
          </p:cNvSpPr>
          <p:nvPr/>
        </p:nvSpPr>
        <p:spPr>
          <a:xfrm>
            <a:off x="4333875" y="3000375"/>
            <a:ext cx="6953250" cy="904875"/>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Dataset preparation, model training and testing.</a:t>
            </a:r>
          </a:p>
        </p:txBody>
      </p:sp>
      <p:sp>
        <p:nvSpPr>
          <p:cNvPr id="7" name="Rectangle 6">
            <a:extLst>
              <a:ext uri="{FF2B5EF4-FFF2-40B4-BE49-F238E27FC236}">
                <a16:creationId xmlns:a16="http://schemas.microsoft.com/office/drawing/2014/main" id="{AEE1FD35-68C4-41D6-AA66-310D64FE3084}"/>
              </a:ext>
            </a:extLst>
          </p:cNvPr>
          <p:cNvSpPr>
            <a:spLocks noGrp="1"/>
          </p:cNvSpPr>
          <p:nvPr/>
        </p:nvSpPr>
        <p:spPr>
          <a:xfrm>
            <a:off x="685800" y="4191000"/>
            <a:ext cx="3429000" cy="666750"/>
          </a:xfrm>
          <a:prstGeom prst="rect">
            <a:avLst/>
          </a:prstGeom>
          <a:noFill/>
          <a:ln w="0">
            <a:noFill/>
            <a:prstDash val="solid"/>
          </a:ln>
        </p:spPr>
        <p:txBody>
          <a:bodyPr/>
          <a:lstStyle>
            <a:defPPr>
              <a:defRPr sz="2100" b="1">
                <a:solidFill>
                  <a:srgbClr val="22C55E"/>
                </a:solidFill>
                <a:latin typeface="DejaVu Sans"/>
                <a:ea typeface="DejaVu Sans"/>
                <a:cs typeface="DejaVu Sans"/>
              </a:defRPr>
            </a:defPPr>
            <a:lvl1pPr>
              <a:defRPr sz="2100" b="1">
                <a:solidFill>
                  <a:srgbClr val="22C55E"/>
                </a:solidFill>
                <a:latin typeface="DejaVu Sans"/>
                <a:ea typeface="DejaVu Sans"/>
                <a:cs typeface="DejaVu Sans"/>
              </a:defRPr>
            </a:lvl1pPr>
            <a:lvl2pPr>
              <a:defRPr sz="2100" b="1">
                <a:solidFill>
                  <a:srgbClr val="22C55E"/>
                </a:solidFill>
                <a:latin typeface="DejaVu Sans"/>
                <a:ea typeface="DejaVu Sans"/>
                <a:cs typeface="DejaVu Sans"/>
              </a:defRPr>
            </a:lvl2pPr>
            <a:lvl3pPr>
              <a:defRPr sz="2100" b="1">
                <a:solidFill>
                  <a:srgbClr val="22C55E"/>
                </a:solidFill>
                <a:latin typeface="DejaVu Sans"/>
                <a:ea typeface="DejaVu Sans"/>
                <a:cs typeface="DejaVu Sans"/>
              </a:defRPr>
            </a:lvl3pPr>
            <a:lvl4pPr>
              <a:defRPr sz="2100" b="1">
                <a:solidFill>
                  <a:srgbClr val="22C55E"/>
                </a:solidFill>
                <a:latin typeface="DejaVu Sans"/>
                <a:ea typeface="DejaVu Sans"/>
                <a:cs typeface="DejaVu Sans"/>
              </a:defRPr>
            </a:lvl4pPr>
            <a:lvl5pPr>
              <a:defRPr sz="2100" b="1">
                <a:solidFill>
                  <a:srgbClr val="22C55E"/>
                </a:solidFill>
                <a:latin typeface="DejaVu Sans"/>
                <a:ea typeface="DejaVu Sans"/>
                <a:cs typeface="DejaVu Sans"/>
              </a:defRPr>
            </a:lvl5pPr>
            <a:lvl6pPr>
              <a:defRPr sz="2100" b="1">
                <a:solidFill>
                  <a:srgbClr val="22C55E"/>
                </a:solidFill>
                <a:latin typeface="DejaVu Sans"/>
                <a:ea typeface="DejaVu Sans"/>
                <a:cs typeface="DejaVu Sans"/>
              </a:defRPr>
            </a:lvl6pPr>
            <a:lvl7pPr>
              <a:defRPr sz="2100" b="1">
                <a:solidFill>
                  <a:srgbClr val="22C55E"/>
                </a:solidFill>
                <a:latin typeface="DejaVu Sans"/>
                <a:ea typeface="DejaVu Sans"/>
                <a:cs typeface="DejaVu Sans"/>
              </a:defRPr>
            </a:lvl7pPr>
            <a:lvl8pPr>
              <a:defRPr sz="2100" b="1">
                <a:solidFill>
                  <a:srgbClr val="22C55E"/>
                </a:solidFill>
                <a:latin typeface="DejaVu Sans"/>
                <a:ea typeface="DejaVu Sans"/>
                <a:cs typeface="DejaVu Sans"/>
              </a:defRPr>
            </a:lvl8pPr>
            <a:lvl9pPr>
              <a:defRPr sz="2100" b="1">
                <a:solidFill>
                  <a:srgbClr val="22C55E"/>
                </a:solidFill>
                <a:latin typeface="DejaVu Sans"/>
                <a:ea typeface="DejaVu Sans"/>
                <a:cs typeface="DejaVu Sans"/>
              </a:defRPr>
            </a:lvl9pPr>
          </a:lstStyle>
          <a:p>
            <a:pPr>
              <a:defRPr sz="2100" b="1">
                <a:solidFill>
                  <a:srgbClr val="22C55E"/>
                </a:solidFill>
                <a:latin typeface="DejaVu Sans"/>
                <a:ea typeface="DejaVu Sans"/>
                <a:cs typeface="DejaVu Sans"/>
              </a:defRPr>
            </a:pPr>
            <a:r>
              <a:rPr sz="2100" b="1">
                <a:solidFill>
                  <a:srgbClr val="22C55E"/>
                </a:solidFill>
                <a:latin typeface="DejaVu Sans"/>
                <a:ea typeface="DejaVu Sans"/>
                <a:cs typeface="DejaVu Sans"/>
              </a:rPr>
              <a:t>Hosting</a:t>
            </a:r>
          </a:p>
        </p:txBody>
      </p:sp>
      <p:sp>
        <p:nvSpPr>
          <p:cNvPr id="8" name="Rectangle 7">
            <a:extLst>
              <a:ext uri="{FF2B5EF4-FFF2-40B4-BE49-F238E27FC236}">
                <a16:creationId xmlns:a16="http://schemas.microsoft.com/office/drawing/2014/main" id="{243CBF3B-3079-477F-949A-6DB2945CD139}"/>
              </a:ext>
            </a:extLst>
          </p:cNvPr>
          <p:cNvSpPr>
            <a:spLocks noGrp="1"/>
          </p:cNvSpPr>
          <p:nvPr/>
        </p:nvSpPr>
        <p:spPr>
          <a:xfrm>
            <a:off x="4333875" y="4191000"/>
            <a:ext cx="6953250" cy="904875"/>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GitHub stores the code. Streamlit Cloud runs the Python app.</a:t>
            </a:r>
          </a:p>
        </p:txBody>
      </p:sp>
    </p:spTree>
    <p:extLst>
      <p:ext uri="{BB962C8B-B14F-4D97-AF65-F5344CB8AC3E}">
        <p14:creationId xmlns:p14="http://schemas.microsoft.com/office/powerpoint/2010/main" val="12674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8932B5-95E6-4DD1-858C-95DB7111B808}"/>
              </a:ext>
            </a:extLst>
          </p:cNvPr>
          <p:cNvSpPr>
            <a:spLocks noGrp="1"/>
          </p:cNvSpPr>
          <p:nvPr/>
        </p:nvSpPr>
        <p:spPr>
          <a:xfrm>
            <a:off x="685800" y="552450"/>
            <a:ext cx="10820400" cy="952500"/>
          </a:xfrm>
          <a:prstGeom prst="rect">
            <a:avLst/>
          </a:prstGeom>
          <a:noFill/>
          <a:ln w="0">
            <a:noFill/>
            <a:prstDash val="solid"/>
          </a:ln>
        </p:spPr>
        <p:txBody>
          <a:bodyPr/>
          <a:lstStyle>
            <a:defPPr>
              <a:defRPr sz="3300" b="1">
                <a:solidFill>
                  <a:srgbClr val="F1F5F9"/>
                </a:solidFill>
                <a:latin typeface="DejaVu Sans"/>
                <a:ea typeface="DejaVu Sans"/>
                <a:cs typeface="DejaVu Sans"/>
              </a:defRPr>
            </a:defPPr>
            <a:lvl1pPr>
              <a:defRPr sz="3300" b="1">
                <a:solidFill>
                  <a:srgbClr val="F1F5F9"/>
                </a:solidFill>
                <a:latin typeface="DejaVu Sans"/>
                <a:ea typeface="DejaVu Sans"/>
                <a:cs typeface="DejaVu Sans"/>
              </a:defRPr>
            </a:lvl1pPr>
            <a:lvl2pPr>
              <a:defRPr sz="3300" b="1">
                <a:solidFill>
                  <a:srgbClr val="F1F5F9"/>
                </a:solidFill>
                <a:latin typeface="DejaVu Sans"/>
                <a:ea typeface="DejaVu Sans"/>
                <a:cs typeface="DejaVu Sans"/>
              </a:defRPr>
            </a:lvl2pPr>
            <a:lvl3pPr>
              <a:defRPr sz="3300" b="1">
                <a:solidFill>
                  <a:srgbClr val="F1F5F9"/>
                </a:solidFill>
                <a:latin typeface="DejaVu Sans"/>
                <a:ea typeface="DejaVu Sans"/>
                <a:cs typeface="DejaVu Sans"/>
              </a:defRPr>
            </a:lvl3pPr>
            <a:lvl4pPr>
              <a:defRPr sz="3300" b="1">
                <a:solidFill>
                  <a:srgbClr val="F1F5F9"/>
                </a:solidFill>
                <a:latin typeface="DejaVu Sans"/>
                <a:ea typeface="DejaVu Sans"/>
                <a:cs typeface="DejaVu Sans"/>
              </a:defRPr>
            </a:lvl4pPr>
            <a:lvl5pPr>
              <a:defRPr sz="3300" b="1">
                <a:solidFill>
                  <a:srgbClr val="F1F5F9"/>
                </a:solidFill>
                <a:latin typeface="DejaVu Sans"/>
                <a:ea typeface="DejaVu Sans"/>
                <a:cs typeface="DejaVu Sans"/>
              </a:defRPr>
            </a:lvl5pPr>
            <a:lvl6pPr>
              <a:defRPr sz="3300" b="1">
                <a:solidFill>
                  <a:srgbClr val="F1F5F9"/>
                </a:solidFill>
                <a:latin typeface="DejaVu Sans"/>
                <a:ea typeface="DejaVu Sans"/>
                <a:cs typeface="DejaVu Sans"/>
              </a:defRPr>
            </a:lvl6pPr>
            <a:lvl7pPr>
              <a:defRPr sz="3300" b="1">
                <a:solidFill>
                  <a:srgbClr val="F1F5F9"/>
                </a:solidFill>
                <a:latin typeface="DejaVu Sans"/>
                <a:ea typeface="DejaVu Sans"/>
                <a:cs typeface="DejaVu Sans"/>
              </a:defRPr>
            </a:lvl7pPr>
            <a:lvl8pPr>
              <a:defRPr sz="3300" b="1">
                <a:solidFill>
                  <a:srgbClr val="F1F5F9"/>
                </a:solidFill>
                <a:latin typeface="DejaVu Sans"/>
                <a:ea typeface="DejaVu Sans"/>
                <a:cs typeface="DejaVu Sans"/>
              </a:defRPr>
            </a:lvl8pPr>
            <a:lvl9pPr>
              <a:defRPr sz="3300" b="1">
                <a:solidFill>
                  <a:srgbClr val="F1F5F9"/>
                </a:solidFill>
                <a:latin typeface="DejaVu Sans"/>
                <a:ea typeface="DejaVu Sans"/>
                <a:cs typeface="DejaVu Sans"/>
              </a:defRPr>
            </a:lvl9pPr>
          </a:lstStyle>
          <a:p>
            <a:pPr>
              <a:defRPr sz="3300" b="1">
                <a:solidFill>
                  <a:srgbClr val="F1F5F9"/>
                </a:solidFill>
                <a:latin typeface="DejaVu Sans"/>
                <a:ea typeface="DejaVu Sans"/>
                <a:cs typeface="DejaVu Sans"/>
              </a:defRPr>
            </a:pPr>
            <a:r>
              <a:rPr sz="3300" b="1">
                <a:solidFill>
                  <a:srgbClr val="F1F5F9"/>
                </a:solidFill>
                <a:latin typeface="DejaVu Sans"/>
                <a:ea typeface="DejaVu Sans"/>
                <a:cs typeface="DejaVu Sans"/>
              </a:rPr>
              <a:t>Live demo</a:t>
            </a:r>
          </a:p>
        </p:txBody>
      </p:sp>
      <p:sp>
        <p:nvSpPr>
          <p:cNvPr id="2" name="Rectangle 1">
            <a:extLst>
              <a:ext uri="{FF2B5EF4-FFF2-40B4-BE49-F238E27FC236}">
                <a16:creationId xmlns:a16="http://schemas.microsoft.com/office/drawing/2014/main" id="{F9D8CF88-C71E-4C4A-AAA2-D47D52A547BA}"/>
              </a:ext>
            </a:extLst>
          </p:cNvPr>
          <p:cNvSpPr>
            <a:spLocks noGrp="1"/>
          </p:cNvSpPr>
          <p:nvPr/>
        </p:nvSpPr>
        <p:spPr>
          <a:xfrm>
            <a:off x="11049000" y="6267450"/>
            <a:ext cx="476250" cy="285750"/>
          </a:xfrm>
          <a:prstGeom prst="rect">
            <a:avLst/>
          </a:prstGeom>
          <a:noFill/>
          <a:ln w="0">
            <a:noFill/>
            <a:prstDash val="solid"/>
          </a:ln>
        </p:spPr>
        <p:txBody>
          <a:bodyPr/>
          <a:lstStyle>
            <a:defPPr>
              <a:defRPr sz="1275" b="0">
                <a:solidFill>
                  <a:srgbClr val="94A3B8"/>
                </a:solidFill>
                <a:latin typeface="DejaVu Sans"/>
                <a:ea typeface="DejaVu Sans"/>
                <a:cs typeface="DejaVu Sans"/>
              </a:defRPr>
            </a:defPPr>
            <a:lvl1pPr>
              <a:defRPr sz="1275" b="0">
                <a:solidFill>
                  <a:srgbClr val="94A3B8"/>
                </a:solidFill>
                <a:latin typeface="DejaVu Sans"/>
                <a:ea typeface="DejaVu Sans"/>
                <a:cs typeface="DejaVu Sans"/>
              </a:defRPr>
            </a:lvl1pPr>
            <a:lvl2pPr>
              <a:defRPr sz="1275" b="0">
                <a:solidFill>
                  <a:srgbClr val="94A3B8"/>
                </a:solidFill>
                <a:latin typeface="DejaVu Sans"/>
                <a:ea typeface="DejaVu Sans"/>
                <a:cs typeface="DejaVu Sans"/>
              </a:defRPr>
            </a:lvl2pPr>
            <a:lvl3pPr>
              <a:defRPr sz="1275" b="0">
                <a:solidFill>
                  <a:srgbClr val="94A3B8"/>
                </a:solidFill>
                <a:latin typeface="DejaVu Sans"/>
                <a:ea typeface="DejaVu Sans"/>
                <a:cs typeface="DejaVu Sans"/>
              </a:defRPr>
            </a:lvl3pPr>
            <a:lvl4pPr>
              <a:defRPr sz="1275" b="0">
                <a:solidFill>
                  <a:srgbClr val="94A3B8"/>
                </a:solidFill>
                <a:latin typeface="DejaVu Sans"/>
                <a:ea typeface="DejaVu Sans"/>
                <a:cs typeface="DejaVu Sans"/>
              </a:defRPr>
            </a:lvl4pPr>
            <a:lvl5pPr>
              <a:defRPr sz="1275" b="0">
                <a:solidFill>
                  <a:srgbClr val="94A3B8"/>
                </a:solidFill>
                <a:latin typeface="DejaVu Sans"/>
                <a:ea typeface="DejaVu Sans"/>
                <a:cs typeface="DejaVu Sans"/>
              </a:defRPr>
            </a:lvl5pPr>
            <a:lvl6pPr>
              <a:defRPr sz="1275" b="0">
                <a:solidFill>
                  <a:srgbClr val="94A3B8"/>
                </a:solidFill>
                <a:latin typeface="DejaVu Sans"/>
                <a:ea typeface="DejaVu Sans"/>
                <a:cs typeface="DejaVu Sans"/>
              </a:defRPr>
            </a:lvl6pPr>
            <a:lvl7pPr>
              <a:defRPr sz="1275" b="0">
                <a:solidFill>
                  <a:srgbClr val="94A3B8"/>
                </a:solidFill>
                <a:latin typeface="DejaVu Sans"/>
                <a:ea typeface="DejaVu Sans"/>
                <a:cs typeface="DejaVu Sans"/>
              </a:defRPr>
            </a:lvl7pPr>
            <a:lvl8pPr>
              <a:defRPr sz="1275" b="0">
                <a:solidFill>
                  <a:srgbClr val="94A3B8"/>
                </a:solidFill>
                <a:latin typeface="DejaVu Sans"/>
                <a:ea typeface="DejaVu Sans"/>
                <a:cs typeface="DejaVu Sans"/>
              </a:defRPr>
            </a:lvl8pPr>
            <a:lvl9pPr>
              <a:defRPr sz="1275" b="0">
                <a:solidFill>
                  <a:srgbClr val="94A3B8"/>
                </a:solidFill>
                <a:latin typeface="DejaVu Sans"/>
                <a:ea typeface="DejaVu Sans"/>
                <a:cs typeface="DejaVu Sans"/>
              </a:defRPr>
            </a:lvl9pPr>
          </a:lstStyle>
          <a:p>
            <a:pPr>
              <a:defRPr sz="1275" b="0">
                <a:solidFill>
                  <a:srgbClr val="94A3B8"/>
                </a:solidFill>
                <a:latin typeface="DejaVu Sans"/>
                <a:ea typeface="DejaVu Sans"/>
                <a:cs typeface="DejaVu Sans"/>
              </a:defRPr>
            </a:pPr>
            <a:r>
              <a:rPr sz="1275" b="0">
                <a:solidFill>
                  <a:srgbClr val="94A3B8"/>
                </a:solidFill>
                <a:latin typeface="DejaVu Sans"/>
                <a:ea typeface="DejaVu Sans"/>
                <a:cs typeface="DejaVu Sans"/>
              </a:rPr>
              <a:t>08</a:t>
            </a:r>
          </a:p>
        </p:txBody>
      </p:sp>
      <p:sp>
        <p:nvSpPr>
          <p:cNvPr id="3" name="Rectangle 2">
            <a:extLst>
              <a:ext uri="{FF2B5EF4-FFF2-40B4-BE49-F238E27FC236}">
                <a16:creationId xmlns:a16="http://schemas.microsoft.com/office/drawing/2014/main" id="{4E08408C-7952-414F-B5A6-0B3884E951A1}"/>
              </a:ext>
            </a:extLst>
          </p:cNvPr>
          <p:cNvSpPr>
            <a:spLocks noGrp="1"/>
          </p:cNvSpPr>
          <p:nvPr/>
        </p:nvSpPr>
        <p:spPr>
          <a:xfrm>
            <a:off x="685800" y="1905000"/>
            <a:ext cx="10668000" cy="666750"/>
          </a:xfrm>
          <a:prstGeom prst="rect">
            <a:avLst/>
          </a:prstGeom>
          <a:noFill/>
          <a:ln w="0">
            <a:noFill/>
            <a:prstDash val="solid"/>
          </a:ln>
        </p:spPr>
        <p:txBody>
          <a:bodyPr/>
          <a:lstStyle>
            <a:defPPr>
              <a:defRPr sz="2625" b="0">
                <a:solidFill>
                  <a:srgbClr val="F1F5F9"/>
                </a:solidFill>
                <a:latin typeface="DejaVu Sans"/>
                <a:ea typeface="DejaVu Sans"/>
                <a:cs typeface="DejaVu Sans"/>
              </a:defRPr>
            </a:defPPr>
            <a:lvl1pPr>
              <a:defRPr sz="2625" b="0">
                <a:solidFill>
                  <a:srgbClr val="F1F5F9"/>
                </a:solidFill>
                <a:latin typeface="DejaVu Sans"/>
                <a:ea typeface="DejaVu Sans"/>
                <a:cs typeface="DejaVu Sans"/>
              </a:defRPr>
            </a:lvl1pPr>
            <a:lvl2pPr>
              <a:defRPr sz="2625" b="0">
                <a:solidFill>
                  <a:srgbClr val="F1F5F9"/>
                </a:solidFill>
                <a:latin typeface="DejaVu Sans"/>
                <a:ea typeface="DejaVu Sans"/>
                <a:cs typeface="DejaVu Sans"/>
              </a:defRPr>
            </a:lvl2pPr>
            <a:lvl3pPr>
              <a:defRPr sz="2625" b="0">
                <a:solidFill>
                  <a:srgbClr val="F1F5F9"/>
                </a:solidFill>
                <a:latin typeface="DejaVu Sans"/>
                <a:ea typeface="DejaVu Sans"/>
                <a:cs typeface="DejaVu Sans"/>
              </a:defRPr>
            </a:lvl3pPr>
            <a:lvl4pPr>
              <a:defRPr sz="2625" b="0">
                <a:solidFill>
                  <a:srgbClr val="F1F5F9"/>
                </a:solidFill>
                <a:latin typeface="DejaVu Sans"/>
                <a:ea typeface="DejaVu Sans"/>
                <a:cs typeface="DejaVu Sans"/>
              </a:defRPr>
            </a:lvl4pPr>
            <a:lvl5pPr>
              <a:defRPr sz="2625" b="0">
                <a:solidFill>
                  <a:srgbClr val="F1F5F9"/>
                </a:solidFill>
                <a:latin typeface="DejaVu Sans"/>
                <a:ea typeface="DejaVu Sans"/>
                <a:cs typeface="DejaVu Sans"/>
              </a:defRPr>
            </a:lvl5pPr>
            <a:lvl6pPr>
              <a:defRPr sz="2625" b="0">
                <a:solidFill>
                  <a:srgbClr val="F1F5F9"/>
                </a:solidFill>
                <a:latin typeface="DejaVu Sans"/>
                <a:ea typeface="DejaVu Sans"/>
                <a:cs typeface="DejaVu Sans"/>
              </a:defRPr>
            </a:lvl6pPr>
            <a:lvl7pPr>
              <a:defRPr sz="2625" b="0">
                <a:solidFill>
                  <a:srgbClr val="F1F5F9"/>
                </a:solidFill>
                <a:latin typeface="DejaVu Sans"/>
                <a:ea typeface="DejaVu Sans"/>
                <a:cs typeface="DejaVu Sans"/>
              </a:defRPr>
            </a:lvl7pPr>
            <a:lvl8pPr>
              <a:defRPr sz="2625" b="0">
                <a:solidFill>
                  <a:srgbClr val="F1F5F9"/>
                </a:solidFill>
                <a:latin typeface="DejaVu Sans"/>
                <a:ea typeface="DejaVu Sans"/>
                <a:cs typeface="DejaVu Sans"/>
              </a:defRPr>
            </a:lvl8pPr>
            <a:lvl9pPr>
              <a:defRPr sz="2625" b="0">
                <a:solidFill>
                  <a:srgbClr val="F1F5F9"/>
                </a:solidFill>
                <a:latin typeface="DejaVu Sans"/>
                <a:ea typeface="DejaVu Sans"/>
                <a:cs typeface="DejaVu Sans"/>
              </a:defRPr>
            </a:lvl9pPr>
          </a:lstStyle>
          <a:p>
            <a:pPr>
              <a:defRPr sz="2625" b="0">
                <a:solidFill>
                  <a:srgbClr val="F1F5F9"/>
                </a:solidFill>
                <a:latin typeface="DejaVu Sans"/>
                <a:ea typeface="DejaVu Sans"/>
                <a:cs typeface="DejaVu Sans"/>
              </a:defRPr>
            </a:pPr>
            <a:r>
              <a:rPr sz="2625" b="0">
                <a:solidFill>
                  <a:srgbClr val="F1F5F9"/>
                </a:solidFill>
                <a:latin typeface="DejaVu Sans"/>
                <a:ea typeface="DejaVu Sans"/>
                <a:cs typeface="DejaVu Sans"/>
              </a:rPr>
              <a:t>1   Upload an unseen street photo</a:t>
            </a:r>
          </a:p>
        </p:txBody>
      </p:sp>
      <p:sp>
        <p:nvSpPr>
          <p:cNvPr id="4" name="Rectangle 3">
            <a:extLst>
              <a:ext uri="{FF2B5EF4-FFF2-40B4-BE49-F238E27FC236}">
                <a16:creationId xmlns:a16="http://schemas.microsoft.com/office/drawing/2014/main" id="{D18791C5-2DC8-4B17-9E7E-0F0F7A020F4F}"/>
              </a:ext>
            </a:extLst>
          </p:cNvPr>
          <p:cNvSpPr>
            <a:spLocks noGrp="1"/>
          </p:cNvSpPr>
          <p:nvPr/>
        </p:nvSpPr>
        <p:spPr>
          <a:xfrm>
            <a:off x="685800" y="2952750"/>
            <a:ext cx="10668000" cy="762000"/>
          </a:xfrm>
          <a:prstGeom prst="rect">
            <a:avLst/>
          </a:prstGeom>
          <a:noFill/>
          <a:ln w="0">
            <a:noFill/>
            <a:prstDash val="solid"/>
          </a:ln>
        </p:spPr>
        <p:txBody>
          <a:bodyPr/>
          <a:lstStyle>
            <a:defPPr>
              <a:defRPr sz="2625" b="0">
                <a:solidFill>
                  <a:srgbClr val="F1F5F9"/>
                </a:solidFill>
                <a:latin typeface="DejaVu Sans"/>
                <a:ea typeface="DejaVu Sans"/>
                <a:cs typeface="DejaVu Sans"/>
              </a:defRPr>
            </a:defPPr>
            <a:lvl1pPr>
              <a:defRPr sz="2625" b="0">
                <a:solidFill>
                  <a:srgbClr val="F1F5F9"/>
                </a:solidFill>
                <a:latin typeface="DejaVu Sans"/>
                <a:ea typeface="DejaVu Sans"/>
                <a:cs typeface="DejaVu Sans"/>
              </a:defRPr>
            </a:lvl1pPr>
            <a:lvl2pPr>
              <a:defRPr sz="2625" b="0">
                <a:solidFill>
                  <a:srgbClr val="F1F5F9"/>
                </a:solidFill>
                <a:latin typeface="DejaVu Sans"/>
                <a:ea typeface="DejaVu Sans"/>
                <a:cs typeface="DejaVu Sans"/>
              </a:defRPr>
            </a:lvl2pPr>
            <a:lvl3pPr>
              <a:defRPr sz="2625" b="0">
                <a:solidFill>
                  <a:srgbClr val="F1F5F9"/>
                </a:solidFill>
                <a:latin typeface="DejaVu Sans"/>
                <a:ea typeface="DejaVu Sans"/>
                <a:cs typeface="DejaVu Sans"/>
              </a:defRPr>
            </a:lvl3pPr>
            <a:lvl4pPr>
              <a:defRPr sz="2625" b="0">
                <a:solidFill>
                  <a:srgbClr val="F1F5F9"/>
                </a:solidFill>
                <a:latin typeface="DejaVu Sans"/>
                <a:ea typeface="DejaVu Sans"/>
                <a:cs typeface="DejaVu Sans"/>
              </a:defRPr>
            </a:lvl4pPr>
            <a:lvl5pPr>
              <a:defRPr sz="2625" b="0">
                <a:solidFill>
                  <a:srgbClr val="F1F5F9"/>
                </a:solidFill>
                <a:latin typeface="DejaVu Sans"/>
                <a:ea typeface="DejaVu Sans"/>
                <a:cs typeface="DejaVu Sans"/>
              </a:defRPr>
            </a:lvl5pPr>
            <a:lvl6pPr>
              <a:defRPr sz="2625" b="0">
                <a:solidFill>
                  <a:srgbClr val="F1F5F9"/>
                </a:solidFill>
                <a:latin typeface="DejaVu Sans"/>
                <a:ea typeface="DejaVu Sans"/>
                <a:cs typeface="DejaVu Sans"/>
              </a:defRPr>
            </a:lvl6pPr>
            <a:lvl7pPr>
              <a:defRPr sz="2625" b="0">
                <a:solidFill>
                  <a:srgbClr val="F1F5F9"/>
                </a:solidFill>
                <a:latin typeface="DejaVu Sans"/>
                <a:ea typeface="DejaVu Sans"/>
                <a:cs typeface="DejaVu Sans"/>
              </a:defRPr>
            </a:lvl7pPr>
            <a:lvl8pPr>
              <a:defRPr sz="2625" b="0">
                <a:solidFill>
                  <a:srgbClr val="F1F5F9"/>
                </a:solidFill>
                <a:latin typeface="DejaVu Sans"/>
                <a:ea typeface="DejaVu Sans"/>
                <a:cs typeface="DejaVu Sans"/>
              </a:defRPr>
            </a:lvl8pPr>
            <a:lvl9pPr>
              <a:defRPr sz="2625" b="0">
                <a:solidFill>
                  <a:srgbClr val="F1F5F9"/>
                </a:solidFill>
                <a:latin typeface="DejaVu Sans"/>
                <a:ea typeface="DejaVu Sans"/>
                <a:cs typeface="DejaVu Sans"/>
              </a:defRPr>
            </a:lvl9pPr>
          </a:lstStyle>
          <a:p>
            <a:pPr>
              <a:defRPr sz="2625" b="0">
                <a:solidFill>
                  <a:srgbClr val="F1F5F9"/>
                </a:solidFill>
                <a:latin typeface="DejaVu Sans"/>
                <a:ea typeface="DejaVu Sans"/>
                <a:cs typeface="DejaVu Sans"/>
              </a:defRPr>
            </a:pPr>
            <a:r>
              <a:rPr sz="2625" b="0">
                <a:solidFill>
                  <a:srgbClr val="F1F5F9"/>
                </a:solidFill>
                <a:latin typeface="DejaVu Sans"/>
                <a:ea typeface="DejaVu Sans"/>
                <a:cs typeface="DejaVu Sans"/>
              </a:rPr>
              <a:t>2   Compare the boxes with the visible litter</a:t>
            </a:r>
          </a:p>
        </p:txBody>
      </p:sp>
      <p:sp>
        <p:nvSpPr>
          <p:cNvPr id="5" name="Rectangle 4">
            <a:extLst>
              <a:ext uri="{FF2B5EF4-FFF2-40B4-BE49-F238E27FC236}">
                <a16:creationId xmlns:a16="http://schemas.microsoft.com/office/drawing/2014/main" id="{F15D5985-F4ED-4B46-A5A4-123ECDF18727}"/>
              </a:ext>
            </a:extLst>
          </p:cNvPr>
          <p:cNvSpPr>
            <a:spLocks noGrp="1"/>
          </p:cNvSpPr>
          <p:nvPr/>
        </p:nvSpPr>
        <p:spPr>
          <a:xfrm>
            <a:off x="685800" y="4095750"/>
            <a:ext cx="10668000" cy="666750"/>
          </a:xfrm>
          <a:prstGeom prst="rect">
            <a:avLst/>
          </a:prstGeom>
          <a:noFill/>
          <a:ln w="0">
            <a:noFill/>
            <a:prstDash val="solid"/>
          </a:ln>
        </p:spPr>
        <p:txBody>
          <a:bodyPr/>
          <a:lstStyle>
            <a:defPPr>
              <a:defRPr sz="2625" b="0">
                <a:solidFill>
                  <a:srgbClr val="F1F5F9"/>
                </a:solidFill>
                <a:latin typeface="DejaVu Sans"/>
                <a:ea typeface="DejaVu Sans"/>
                <a:cs typeface="DejaVu Sans"/>
              </a:defRPr>
            </a:defPPr>
            <a:lvl1pPr>
              <a:defRPr sz="2625" b="0">
                <a:solidFill>
                  <a:srgbClr val="F1F5F9"/>
                </a:solidFill>
                <a:latin typeface="DejaVu Sans"/>
                <a:ea typeface="DejaVu Sans"/>
                <a:cs typeface="DejaVu Sans"/>
              </a:defRPr>
            </a:lvl1pPr>
            <a:lvl2pPr>
              <a:defRPr sz="2625" b="0">
                <a:solidFill>
                  <a:srgbClr val="F1F5F9"/>
                </a:solidFill>
                <a:latin typeface="DejaVu Sans"/>
                <a:ea typeface="DejaVu Sans"/>
                <a:cs typeface="DejaVu Sans"/>
              </a:defRPr>
            </a:lvl2pPr>
            <a:lvl3pPr>
              <a:defRPr sz="2625" b="0">
                <a:solidFill>
                  <a:srgbClr val="F1F5F9"/>
                </a:solidFill>
                <a:latin typeface="DejaVu Sans"/>
                <a:ea typeface="DejaVu Sans"/>
                <a:cs typeface="DejaVu Sans"/>
              </a:defRPr>
            </a:lvl3pPr>
            <a:lvl4pPr>
              <a:defRPr sz="2625" b="0">
                <a:solidFill>
                  <a:srgbClr val="F1F5F9"/>
                </a:solidFill>
                <a:latin typeface="DejaVu Sans"/>
                <a:ea typeface="DejaVu Sans"/>
                <a:cs typeface="DejaVu Sans"/>
              </a:defRPr>
            </a:lvl4pPr>
            <a:lvl5pPr>
              <a:defRPr sz="2625" b="0">
                <a:solidFill>
                  <a:srgbClr val="F1F5F9"/>
                </a:solidFill>
                <a:latin typeface="DejaVu Sans"/>
                <a:ea typeface="DejaVu Sans"/>
                <a:cs typeface="DejaVu Sans"/>
              </a:defRPr>
            </a:lvl5pPr>
            <a:lvl6pPr>
              <a:defRPr sz="2625" b="0">
                <a:solidFill>
                  <a:srgbClr val="F1F5F9"/>
                </a:solidFill>
                <a:latin typeface="DejaVu Sans"/>
                <a:ea typeface="DejaVu Sans"/>
                <a:cs typeface="DejaVu Sans"/>
              </a:defRPr>
            </a:lvl6pPr>
            <a:lvl7pPr>
              <a:defRPr sz="2625" b="0">
                <a:solidFill>
                  <a:srgbClr val="F1F5F9"/>
                </a:solidFill>
                <a:latin typeface="DejaVu Sans"/>
                <a:ea typeface="DejaVu Sans"/>
                <a:cs typeface="DejaVu Sans"/>
              </a:defRPr>
            </a:lvl7pPr>
            <a:lvl8pPr>
              <a:defRPr sz="2625" b="0">
                <a:solidFill>
                  <a:srgbClr val="F1F5F9"/>
                </a:solidFill>
                <a:latin typeface="DejaVu Sans"/>
                <a:ea typeface="DejaVu Sans"/>
                <a:cs typeface="DejaVu Sans"/>
              </a:defRPr>
            </a:lvl8pPr>
            <a:lvl9pPr>
              <a:defRPr sz="2625" b="0">
                <a:solidFill>
                  <a:srgbClr val="F1F5F9"/>
                </a:solidFill>
                <a:latin typeface="DejaVu Sans"/>
                <a:ea typeface="DejaVu Sans"/>
                <a:cs typeface="DejaVu Sans"/>
              </a:defRPr>
            </a:lvl9pPr>
          </a:lstStyle>
          <a:p>
            <a:pPr>
              <a:defRPr sz="2625" b="0">
                <a:solidFill>
                  <a:srgbClr val="F1F5F9"/>
                </a:solidFill>
                <a:latin typeface="DejaVu Sans"/>
                <a:ea typeface="DejaVu Sans"/>
                <a:cs typeface="DejaVu Sans"/>
              </a:defRPr>
            </a:pPr>
            <a:r>
              <a:rPr sz="2625" b="0">
                <a:solidFill>
                  <a:srgbClr val="F1F5F9"/>
                </a:solidFill>
                <a:latin typeface="DejaVu Sans"/>
                <a:ea typeface="DejaVu Sans"/>
                <a:cs typeface="DejaVu Sans"/>
              </a:rPr>
              <a:t>3   Change the confidence threshold</a:t>
            </a:r>
          </a:p>
        </p:txBody>
      </p:sp>
      <p:sp>
        <p:nvSpPr>
          <p:cNvPr id="6" name="Rectangle 5">
            <a:extLst>
              <a:ext uri="{FF2B5EF4-FFF2-40B4-BE49-F238E27FC236}">
                <a16:creationId xmlns:a16="http://schemas.microsoft.com/office/drawing/2014/main" id="{A5AEFB00-954E-402B-8B3A-9B799A7DE040}"/>
              </a:ext>
            </a:extLst>
          </p:cNvPr>
          <p:cNvSpPr>
            <a:spLocks noGrp="1"/>
          </p:cNvSpPr>
          <p:nvPr/>
        </p:nvSpPr>
        <p:spPr>
          <a:xfrm>
            <a:off x="685800" y="5429250"/>
            <a:ext cx="10668000" cy="619125"/>
          </a:xfrm>
          <a:prstGeom prst="rect">
            <a:avLst/>
          </a:prstGeom>
          <a:noFill/>
          <a:ln w="0">
            <a:noFill/>
            <a:prstDash val="solid"/>
          </a:ln>
        </p:spPr>
        <p:txBody>
          <a:bodyPr/>
          <a:lstStyle>
            <a:defPPr>
              <a:defRPr sz="1725" b="0">
                <a:solidFill>
                  <a:srgbClr val="94A3B8"/>
                </a:solidFill>
                <a:latin typeface="DejaVu Sans"/>
                <a:ea typeface="DejaVu Sans"/>
                <a:cs typeface="DejaVu Sans"/>
              </a:defRPr>
            </a:defPPr>
            <a:lvl1pPr>
              <a:defRPr sz="1725" b="0">
                <a:solidFill>
                  <a:srgbClr val="94A3B8"/>
                </a:solidFill>
                <a:latin typeface="DejaVu Sans"/>
                <a:ea typeface="DejaVu Sans"/>
                <a:cs typeface="DejaVu Sans"/>
              </a:defRPr>
            </a:lvl1pPr>
            <a:lvl2pPr>
              <a:defRPr sz="1725" b="0">
                <a:solidFill>
                  <a:srgbClr val="94A3B8"/>
                </a:solidFill>
                <a:latin typeface="DejaVu Sans"/>
                <a:ea typeface="DejaVu Sans"/>
                <a:cs typeface="DejaVu Sans"/>
              </a:defRPr>
            </a:lvl2pPr>
            <a:lvl3pPr>
              <a:defRPr sz="1725" b="0">
                <a:solidFill>
                  <a:srgbClr val="94A3B8"/>
                </a:solidFill>
                <a:latin typeface="DejaVu Sans"/>
                <a:ea typeface="DejaVu Sans"/>
                <a:cs typeface="DejaVu Sans"/>
              </a:defRPr>
            </a:lvl3pPr>
            <a:lvl4pPr>
              <a:defRPr sz="1725" b="0">
                <a:solidFill>
                  <a:srgbClr val="94A3B8"/>
                </a:solidFill>
                <a:latin typeface="DejaVu Sans"/>
                <a:ea typeface="DejaVu Sans"/>
                <a:cs typeface="DejaVu Sans"/>
              </a:defRPr>
            </a:lvl4pPr>
            <a:lvl5pPr>
              <a:defRPr sz="1725" b="0">
                <a:solidFill>
                  <a:srgbClr val="94A3B8"/>
                </a:solidFill>
                <a:latin typeface="DejaVu Sans"/>
                <a:ea typeface="DejaVu Sans"/>
                <a:cs typeface="DejaVu Sans"/>
              </a:defRPr>
            </a:lvl5pPr>
            <a:lvl6pPr>
              <a:defRPr sz="1725" b="0">
                <a:solidFill>
                  <a:srgbClr val="94A3B8"/>
                </a:solidFill>
                <a:latin typeface="DejaVu Sans"/>
                <a:ea typeface="DejaVu Sans"/>
                <a:cs typeface="DejaVu Sans"/>
              </a:defRPr>
            </a:lvl6pPr>
            <a:lvl7pPr>
              <a:defRPr sz="1725" b="0">
                <a:solidFill>
                  <a:srgbClr val="94A3B8"/>
                </a:solidFill>
                <a:latin typeface="DejaVu Sans"/>
                <a:ea typeface="DejaVu Sans"/>
                <a:cs typeface="DejaVu Sans"/>
              </a:defRPr>
            </a:lvl7pPr>
            <a:lvl8pPr>
              <a:defRPr sz="1725" b="0">
                <a:solidFill>
                  <a:srgbClr val="94A3B8"/>
                </a:solidFill>
                <a:latin typeface="DejaVu Sans"/>
                <a:ea typeface="DejaVu Sans"/>
                <a:cs typeface="DejaVu Sans"/>
              </a:defRPr>
            </a:lvl8pPr>
            <a:lvl9pPr>
              <a:defRPr sz="1725" b="0">
                <a:solidFill>
                  <a:srgbClr val="94A3B8"/>
                </a:solidFill>
                <a:latin typeface="DejaVu Sans"/>
                <a:ea typeface="DejaVu Sans"/>
                <a:cs typeface="DejaVu Sans"/>
              </a:defRPr>
            </a:lvl9pPr>
          </a:lstStyle>
          <a:p>
            <a:pPr>
              <a:defRPr sz="1725" b="0">
                <a:solidFill>
                  <a:srgbClr val="94A3B8"/>
                </a:solidFill>
                <a:latin typeface="DejaVu Sans"/>
                <a:ea typeface="DejaVu Sans"/>
                <a:cs typeface="DejaVu Sans"/>
              </a:defRPr>
            </a:pPr>
            <a:r>
              <a:rPr sz="1725" b="0">
                <a:solidFill>
                  <a:srgbClr val="94A3B8"/>
                </a:solidFill>
                <a:latin typeface="DejaVu Sans"/>
                <a:ea typeface="DejaVu Sans"/>
                <a:cs typeface="DejaVu Sans"/>
              </a:rPr>
              <a:t>Demo evidence to add: an app screenshot and one missed detection</a:t>
            </a:r>
          </a:p>
        </p:txBody>
      </p:sp>
    </p:spTree>
    <p:extLst>
      <p:ext uri="{BB962C8B-B14F-4D97-AF65-F5344CB8AC3E}">
        <p14:creationId xmlns:p14="http://schemas.microsoft.com/office/powerpoint/2010/main" val="158461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5C7ECE-D5DD-4920-9D23-2D54C145D61C}"/>
              </a:ext>
            </a:extLst>
          </p:cNvPr>
          <p:cNvSpPr>
            <a:spLocks noGrp="1"/>
          </p:cNvSpPr>
          <p:nvPr/>
        </p:nvSpPr>
        <p:spPr>
          <a:xfrm>
            <a:off x="685800" y="552450"/>
            <a:ext cx="10820400" cy="952500"/>
          </a:xfrm>
          <a:prstGeom prst="rect">
            <a:avLst/>
          </a:prstGeom>
          <a:noFill/>
          <a:ln w="0">
            <a:noFill/>
            <a:prstDash val="solid"/>
          </a:ln>
        </p:spPr>
        <p:txBody>
          <a:bodyPr/>
          <a:lstStyle>
            <a:defPPr>
              <a:defRPr sz="3300" b="1">
                <a:solidFill>
                  <a:srgbClr val="F1F5F9"/>
                </a:solidFill>
                <a:latin typeface="DejaVu Sans"/>
                <a:ea typeface="DejaVu Sans"/>
                <a:cs typeface="DejaVu Sans"/>
              </a:defRPr>
            </a:defPPr>
            <a:lvl1pPr>
              <a:defRPr sz="3300" b="1">
                <a:solidFill>
                  <a:srgbClr val="F1F5F9"/>
                </a:solidFill>
                <a:latin typeface="DejaVu Sans"/>
                <a:ea typeface="DejaVu Sans"/>
                <a:cs typeface="DejaVu Sans"/>
              </a:defRPr>
            </a:lvl1pPr>
            <a:lvl2pPr>
              <a:defRPr sz="3300" b="1">
                <a:solidFill>
                  <a:srgbClr val="F1F5F9"/>
                </a:solidFill>
                <a:latin typeface="DejaVu Sans"/>
                <a:ea typeface="DejaVu Sans"/>
                <a:cs typeface="DejaVu Sans"/>
              </a:defRPr>
            </a:lvl2pPr>
            <a:lvl3pPr>
              <a:defRPr sz="3300" b="1">
                <a:solidFill>
                  <a:srgbClr val="F1F5F9"/>
                </a:solidFill>
                <a:latin typeface="DejaVu Sans"/>
                <a:ea typeface="DejaVu Sans"/>
                <a:cs typeface="DejaVu Sans"/>
              </a:defRPr>
            </a:lvl3pPr>
            <a:lvl4pPr>
              <a:defRPr sz="3300" b="1">
                <a:solidFill>
                  <a:srgbClr val="F1F5F9"/>
                </a:solidFill>
                <a:latin typeface="DejaVu Sans"/>
                <a:ea typeface="DejaVu Sans"/>
                <a:cs typeface="DejaVu Sans"/>
              </a:defRPr>
            </a:lvl4pPr>
            <a:lvl5pPr>
              <a:defRPr sz="3300" b="1">
                <a:solidFill>
                  <a:srgbClr val="F1F5F9"/>
                </a:solidFill>
                <a:latin typeface="DejaVu Sans"/>
                <a:ea typeface="DejaVu Sans"/>
                <a:cs typeface="DejaVu Sans"/>
              </a:defRPr>
            </a:lvl5pPr>
            <a:lvl6pPr>
              <a:defRPr sz="3300" b="1">
                <a:solidFill>
                  <a:srgbClr val="F1F5F9"/>
                </a:solidFill>
                <a:latin typeface="DejaVu Sans"/>
                <a:ea typeface="DejaVu Sans"/>
                <a:cs typeface="DejaVu Sans"/>
              </a:defRPr>
            </a:lvl6pPr>
            <a:lvl7pPr>
              <a:defRPr sz="3300" b="1">
                <a:solidFill>
                  <a:srgbClr val="F1F5F9"/>
                </a:solidFill>
                <a:latin typeface="DejaVu Sans"/>
                <a:ea typeface="DejaVu Sans"/>
                <a:cs typeface="DejaVu Sans"/>
              </a:defRPr>
            </a:lvl7pPr>
            <a:lvl8pPr>
              <a:defRPr sz="3300" b="1">
                <a:solidFill>
                  <a:srgbClr val="F1F5F9"/>
                </a:solidFill>
                <a:latin typeface="DejaVu Sans"/>
                <a:ea typeface="DejaVu Sans"/>
                <a:cs typeface="DejaVu Sans"/>
              </a:defRPr>
            </a:lvl8pPr>
            <a:lvl9pPr>
              <a:defRPr sz="3300" b="1">
                <a:solidFill>
                  <a:srgbClr val="F1F5F9"/>
                </a:solidFill>
                <a:latin typeface="DejaVu Sans"/>
                <a:ea typeface="DejaVu Sans"/>
                <a:cs typeface="DejaVu Sans"/>
              </a:defRPr>
            </a:lvl9pPr>
          </a:lstStyle>
          <a:p>
            <a:pPr>
              <a:defRPr sz="3300" b="1">
                <a:solidFill>
                  <a:srgbClr val="F1F5F9"/>
                </a:solidFill>
                <a:latin typeface="DejaVu Sans"/>
                <a:ea typeface="DejaVu Sans"/>
                <a:cs typeface="DejaVu Sans"/>
              </a:defRPr>
            </a:pPr>
            <a:r>
              <a:rPr sz="3300" b="1">
                <a:solidFill>
                  <a:srgbClr val="F1F5F9"/>
                </a:solidFill>
                <a:latin typeface="DejaVu Sans"/>
                <a:ea typeface="DejaVu Sans"/>
                <a:cs typeface="DejaVu Sans"/>
              </a:rPr>
              <a:t>Limitations and responsible use</a:t>
            </a:r>
          </a:p>
        </p:txBody>
      </p:sp>
      <p:sp>
        <p:nvSpPr>
          <p:cNvPr id="2" name="Rectangle 1">
            <a:extLst>
              <a:ext uri="{FF2B5EF4-FFF2-40B4-BE49-F238E27FC236}">
                <a16:creationId xmlns:a16="http://schemas.microsoft.com/office/drawing/2014/main" id="{2FD1C5B9-17C6-4E70-9F28-8D17EE363DA7}"/>
              </a:ext>
            </a:extLst>
          </p:cNvPr>
          <p:cNvSpPr>
            <a:spLocks noGrp="1"/>
          </p:cNvSpPr>
          <p:nvPr/>
        </p:nvSpPr>
        <p:spPr>
          <a:xfrm>
            <a:off x="11049000" y="6267450"/>
            <a:ext cx="476250" cy="285750"/>
          </a:xfrm>
          <a:prstGeom prst="rect">
            <a:avLst/>
          </a:prstGeom>
          <a:noFill/>
          <a:ln w="0">
            <a:noFill/>
            <a:prstDash val="solid"/>
          </a:ln>
        </p:spPr>
        <p:txBody>
          <a:bodyPr/>
          <a:lstStyle>
            <a:defPPr>
              <a:defRPr sz="1275" b="0">
                <a:solidFill>
                  <a:srgbClr val="94A3B8"/>
                </a:solidFill>
                <a:latin typeface="DejaVu Sans"/>
                <a:ea typeface="DejaVu Sans"/>
                <a:cs typeface="DejaVu Sans"/>
              </a:defRPr>
            </a:defPPr>
            <a:lvl1pPr>
              <a:defRPr sz="1275" b="0">
                <a:solidFill>
                  <a:srgbClr val="94A3B8"/>
                </a:solidFill>
                <a:latin typeface="DejaVu Sans"/>
                <a:ea typeface="DejaVu Sans"/>
                <a:cs typeface="DejaVu Sans"/>
              </a:defRPr>
            </a:lvl1pPr>
            <a:lvl2pPr>
              <a:defRPr sz="1275" b="0">
                <a:solidFill>
                  <a:srgbClr val="94A3B8"/>
                </a:solidFill>
                <a:latin typeface="DejaVu Sans"/>
                <a:ea typeface="DejaVu Sans"/>
                <a:cs typeface="DejaVu Sans"/>
              </a:defRPr>
            </a:lvl2pPr>
            <a:lvl3pPr>
              <a:defRPr sz="1275" b="0">
                <a:solidFill>
                  <a:srgbClr val="94A3B8"/>
                </a:solidFill>
                <a:latin typeface="DejaVu Sans"/>
                <a:ea typeface="DejaVu Sans"/>
                <a:cs typeface="DejaVu Sans"/>
              </a:defRPr>
            </a:lvl3pPr>
            <a:lvl4pPr>
              <a:defRPr sz="1275" b="0">
                <a:solidFill>
                  <a:srgbClr val="94A3B8"/>
                </a:solidFill>
                <a:latin typeface="DejaVu Sans"/>
                <a:ea typeface="DejaVu Sans"/>
                <a:cs typeface="DejaVu Sans"/>
              </a:defRPr>
            </a:lvl4pPr>
            <a:lvl5pPr>
              <a:defRPr sz="1275" b="0">
                <a:solidFill>
                  <a:srgbClr val="94A3B8"/>
                </a:solidFill>
                <a:latin typeface="DejaVu Sans"/>
                <a:ea typeface="DejaVu Sans"/>
                <a:cs typeface="DejaVu Sans"/>
              </a:defRPr>
            </a:lvl5pPr>
            <a:lvl6pPr>
              <a:defRPr sz="1275" b="0">
                <a:solidFill>
                  <a:srgbClr val="94A3B8"/>
                </a:solidFill>
                <a:latin typeface="DejaVu Sans"/>
                <a:ea typeface="DejaVu Sans"/>
                <a:cs typeface="DejaVu Sans"/>
              </a:defRPr>
            </a:lvl6pPr>
            <a:lvl7pPr>
              <a:defRPr sz="1275" b="0">
                <a:solidFill>
                  <a:srgbClr val="94A3B8"/>
                </a:solidFill>
                <a:latin typeface="DejaVu Sans"/>
                <a:ea typeface="DejaVu Sans"/>
                <a:cs typeface="DejaVu Sans"/>
              </a:defRPr>
            </a:lvl7pPr>
            <a:lvl8pPr>
              <a:defRPr sz="1275" b="0">
                <a:solidFill>
                  <a:srgbClr val="94A3B8"/>
                </a:solidFill>
                <a:latin typeface="DejaVu Sans"/>
                <a:ea typeface="DejaVu Sans"/>
                <a:cs typeface="DejaVu Sans"/>
              </a:defRPr>
            </a:lvl8pPr>
            <a:lvl9pPr>
              <a:defRPr sz="1275" b="0">
                <a:solidFill>
                  <a:srgbClr val="94A3B8"/>
                </a:solidFill>
                <a:latin typeface="DejaVu Sans"/>
                <a:ea typeface="DejaVu Sans"/>
                <a:cs typeface="DejaVu Sans"/>
              </a:defRPr>
            </a:lvl9pPr>
          </a:lstStyle>
          <a:p>
            <a:pPr>
              <a:defRPr sz="1275" b="0">
                <a:solidFill>
                  <a:srgbClr val="94A3B8"/>
                </a:solidFill>
                <a:latin typeface="DejaVu Sans"/>
                <a:ea typeface="DejaVu Sans"/>
                <a:cs typeface="DejaVu Sans"/>
              </a:defRPr>
            </a:pPr>
            <a:r>
              <a:rPr sz="1275" b="0">
                <a:solidFill>
                  <a:srgbClr val="94A3B8"/>
                </a:solidFill>
                <a:latin typeface="DejaVu Sans"/>
                <a:ea typeface="DejaVu Sans"/>
                <a:cs typeface="DejaVu Sans"/>
              </a:rPr>
              <a:t>09</a:t>
            </a:r>
          </a:p>
        </p:txBody>
      </p:sp>
      <p:sp>
        <p:nvSpPr>
          <p:cNvPr id="3" name="Rectangle 2">
            <a:extLst>
              <a:ext uri="{FF2B5EF4-FFF2-40B4-BE49-F238E27FC236}">
                <a16:creationId xmlns:a16="http://schemas.microsoft.com/office/drawing/2014/main" id="{69B84897-F1B6-4DD7-A448-B13B1C2ECD4D}"/>
              </a:ext>
            </a:extLst>
          </p:cNvPr>
          <p:cNvSpPr>
            <a:spLocks noGrp="1"/>
          </p:cNvSpPr>
          <p:nvPr/>
        </p:nvSpPr>
        <p:spPr>
          <a:xfrm>
            <a:off x="685800" y="1809750"/>
            <a:ext cx="3429000" cy="666750"/>
          </a:xfrm>
          <a:prstGeom prst="rect">
            <a:avLst/>
          </a:prstGeom>
          <a:noFill/>
          <a:ln w="0">
            <a:noFill/>
            <a:prstDash val="solid"/>
          </a:ln>
        </p:spPr>
        <p:txBody>
          <a:bodyPr/>
          <a:lstStyle>
            <a:defPPr>
              <a:defRPr sz="2100" b="1">
                <a:solidFill>
                  <a:srgbClr val="22C55E"/>
                </a:solidFill>
                <a:latin typeface="DejaVu Sans"/>
                <a:ea typeface="DejaVu Sans"/>
                <a:cs typeface="DejaVu Sans"/>
              </a:defRPr>
            </a:defPPr>
            <a:lvl1pPr>
              <a:defRPr sz="2100" b="1">
                <a:solidFill>
                  <a:srgbClr val="22C55E"/>
                </a:solidFill>
                <a:latin typeface="DejaVu Sans"/>
                <a:ea typeface="DejaVu Sans"/>
                <a:cs typeface="DejaVu Sans"/>
              </a:defRPr>
            </a:lvl1pPr>
            <a:lvl2pPr>
              <a:defRPr sz="2100" b="1">
                <a:solidFill>
                  <a:srgbClr val="22C55E"/>
                </a:solidFill>
                <a:latin typeface="DejaVu Sans"/>
                <a:ea typeface="DejaVu Sans"/>
                <a:cs typeface="DejaVu Sans"/>
              </a:defRPr>
            </a:lvl2pPr>
            <a:lvl3pPr>
              <a:defRPr sz="2100" b="1">
                <a:solidFill>
                  <a:srgbClr val="22C55E"/>
                </a:solidFill>
                <a:latin typeface="DejaVu Sans"/>
                <a:ea typeface="DejaVu Sans"/>
                <a:cs typeface="DejaVu Sans"/>
              </a:defRPr>
            </a:lvl3pPr>
            <a:lvl4pPr>
              <a:defRPr sz="2100" b="1">
                <a:solidFill>
                  <a:srgbClr val="22C55E"/>
                </a:solidFill>
                <a:latin typeface="DejaVu Sans"/>
                <a:ea typeface="DejaVu Sans"/>
                <a:cs typeface="DejaVu Sans"/>
              </a:defRPr>
            </a:lvl4pPr>
            <a:lvl5pPr>
              <a:defRPr sz="2100" b="1">
                <a:solidFill>
                  <a:srgbClr val="22C55E"/>
                </a:solidFill>
                <a:latin typeface="DejaVu Sans"/>
                <a:ea typeface="DejaVu Sans"/>
                <a:cs typeface="DejaVu Sans"/>
              </a:defRPr>
            </a:lvl5pPr>
            <a:lvl6pPr>
              <a:defRPr sz="2100" b="1">
                <a:solidFill>
                  <a:srgbClr val="22C55E"/>
                </a:solidFill>
                <a:latin typeface="DejaVu Sans"/>
                <a:ea typeface="DejaVu Sans"/>
                <a:cs typeface="DejaVu Sans"/>
              </a:defRPr>
            </a:lvl6pPr>
            <a:lvl7pPr>
              <a:defRPr sz="2100" b="1">
                <a:solidFill>
                  <a:srgbClr val="22C55E"/>
                </a:solidFill>
                <a:latin typeface="DejaVu Sans"/>
                <a:ea typeface="DejaVu Sans"/>
                <a:cs typeface="DejaVu Sans"/>
              </a:defRPr>
            </a:lvl7pPr>
            <a:lvl8pPr>
              <a:defRPr sz="2100" b="1">
                <a:solidFill>
                  <a:srgbClr val="22C55E"/>
                </a:solidFill>
                <a:latin typeface="DejaVu Sans"/>
                <a:ea typeface="DejaVu Sans"/>
                <a:cs typeface="DejaVu Sans"/>
              </a:defRPr>
            </a:lvl8pPr>
            <a:lvl9pPr>
              <a:defRPr sz="2100" b="1">
                <a:solidFill>
                  <a:srgbClr val="22C55E"/>
                </a:solidFill>
                <a:latin typeface="DejaVu Sans"/>
                <a:ea typeface="DejaVu Sans"/>
                <a:cs typeface="DejaVu Sans"/>
              </a:defRPr>
            </a:lvl9pPr>
          </a:lstStyle>
          <a:p>
            <a:pPr>
              <a:defRPr sz="2100" b="1">
                <a:solidFill>
                  <a:srgbClr val="22C55E"/>
                </a:solidFill>
                <a:latin typeface="DejaVu Sans"/>
                <a:ea typeface="DejaVu Sans"/>
                <a:cs typeface="DejaVu Sans"/>
              </a:defRPr>
            </a:pPr>
            <a:r>
              <a:rPr sz="2100" b="1">
                <a:solidFill>
                  <a:srgbClr val="22C55E"/>
                </a:solidFill>
                <a:latin typeface="DejaVu Sans"/>
                <a:ea typeface="DejaVu Sans"/>
                <a:cs typeface="DejaVu Sans"/>
              </a:rPr>
              <a:t>Detection errors</a:t>
            </a:r>
          </a:p>
        </p:txBody>
      </p:sp>
      <p:sp>
        <p:nvSpPr>
          <p:cNvPr id="4" name="Rectangle 3">
            <a:extLst>
              <a:ext uri="{FF2B5EF4-FFF2-40B4-BE49-F238E27FC236}">
                <a16:creationId xmlns:a16="http://schemas.microsoft.com/office/drawing/2014/main" id="{9B3BD94D-DE8D-4802-9E9D-766FEF2BC166}"/>
              </a:ext>
            </a:extLst>
          </p:cNvPr>
          <p:cNvSpPr>
            <a:spLocks noGrp="1"/>
          </p:cNvSpPr>
          <p:nvPr/>
        </p:nvSpPr>
        <p:spPr>
          <a:xfrm>
            <a:off x="4333875" y="1809750"/>
            <a:ext cx="6953250" cy="904875"/>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Review predictions manually. No detections does not mean no litter.</a:t>
            </a:r>
          </a:p>
        </p:txBody>
      </p:sp>
      <p:sp>
        <p:nvSpPr>
          <p:cNvPr id="5" name="Rectangle 4">
            <a:extLst>
              <a:ext uri="{FF2B5EF4-FFF2-40B4-BE49-F238E27FC236}">
                <a16:creationId xmlns:a16="http://schemas.microsoft.com/office/drawing/2014/main" id="{42B8F805-81D2-4ED0-9462-3E11270052BD}"/>
              </a:ext>
            </a:extLst>
          </p:cNvPr>
          <p:cNvSpPr>
            <a:spLocks noGrp="1"/>
          </p:cNvSpPr>
          <p:nvPr/>
        </p:nvSpPr>
        <p:spPr>
          <a:xfrm>
            <a:off x="685800" y="3000375"/>
            <a:ext cx="3429000" cy="666750"/>
          </a:xfrm>
          <a:prstGeom prst="rect">
            <a:avLst/>
          </a:prstGeom>
          <a:noFill/>
          <a:ln w="0">
            <a:noFill/>
            <a:prstDash val="solid"/>
          </a:ln>
        </p:spPr>
        <p:txBody>
          <a:bodyPr/>
          <a:lstStyle>
            <a:defPPr>
              <a:defRPr sz="2100" b="1">
                <a:solidFill>
                  <a:srgbClr val="22C55E"/>
                </a:solidFill>
                <a:latin typeface="DejaVu Sans"/>
                <a:ea typeface="DejaVu Sans"/>
                <a:cs typeface="DejaVu Sans"/>
              </a:defRPr>
            </a:defPPr>
            <a:lvl1pPr>
              <a:defRPr sz="2100" b="1">
                <a:solidFill>
                  <a:srgbClr val="22C55E"/>
                </a:solidFill>
                <a:latin typeface="DejaVu Sans"/>
                <a:ea typeface="DejaVu Sans"/>
                <a:cs typeface="DejaVu Sans"/>
              </a:defRPr>
            </a:lvl1pPr>
            <a:lvl2pPr>
              <a:defRPr sz="2100" b="1">
                <a:solidFill>
                  <a:srgbClr val="22C55E"/>
                </a:solidFill>
                <a:latin typeface="DejaVu Sans"/>
                <a:ea typeface="DejaVu Sans"/>
                <a:cs typeface="DejaVu Sans"/>
              </a:defRPr>
            </a:lvl2pPr>
            <a:lvl3pPr>
              <a:defRPr sz="2100" b="1">
                <a:solidFill>
                  <a:srgbClr val="22C55E"/>
                </a:solidFill>
                <a:latin typeface="DejaVu Sans"/>
                <a:ea typeface="DejaVu Sans"/>
                <a:cs typeface="DejaVu Sans"/>
              </a:defRPr>
            </a:lvl3pPr>
            <a:lvl4pPr>
              <a:defRPr sz="2100" b="1">
                <a:solidFill>
                  <a:srgbClr val="22C55E"/>
                </a:solidFill>
                <a:latin typeface="DejaVu Sans"/>
                <a:ea typeface="DejaVu Sans"/>
                <a:cs typeface="DejaVu Sans"/>
              </a:defRPr>
            </a:lvl4pPr>
            <a:lvl5pPr>
              <a:defRPr sz="2100" b="1">
                <a:solidFill>
                  <a:srgbClr val="22C55E"/>
                </a:solidFill>
                <a:latin typeface="DejaVu Sans"/>
                <a:ea typeface="DejaVu Sans"/>
                <a:cs typeface="DejaVu Sans"/>
              </a:defRPr>
            </a:lvl5pPr>
            <a:lvl6pPr>
              <a:defRPr sz="2100" b="1">
                <a:solidFill>
                  <a:srgbClr val="22C55E"/>
                </a:solidFill>
                <a:latin typeface="DejaVu Sans"/>
                <a:ea typeface="DejaVu Sans"/>
                <a:cs typeface="DejaVu Sans"/>
              </a:defRPr>
            </a:lvl6pPr>
            <a:lvl7pPr>
              <a:defRPr sz="2100" b="1">
                <a:solidFill>
                  <a:srgbClr val="22C55E"/>
                </a:solidFill>
                <a:latin typeface="DejaVu Sans"/>
                <a:ea typeface="DejaVu Sans"/>
                <a:cs typeface="DejaVu Sans"/>
              </a:defRPr>
            </a:lvl7pPr>
            <a:lvl8pPr>
              <a:defRPr sz="2100" b="1">
                <a:solidFill>
                  <a:srgbClr val="22C55E"/>
                </a:solidFill>
                <a:latin typeface="DejaVu Sans"/>
                <a:ea typeface="DejaVu Sans"/>
                <a:cs typeface="DejaVu Sans"/>
              </a:defRPr>
            </a:lvl8pPr>
            <a:lvl9pPr>
              <a:defRPr sz="2100" b="1">
                <a:solidFill>
                  <a:srgbClr val="22C55E"/>
                </a:solidFill>
                <a:latin typeface="DejaVu Sans"/>
                <a:ea typeface="DejaVu Sans"/>
                <a:cs typeface="DejaVu Sans"/>
              </a:defRPr>
            </a:lvl9pPr>
          </a:lstStyle>
          <a:p>
            <a:pPr>
              <a:defRPr sz="2100" b="1">
                <a:solidFill>
                  <a:srgbClr val="22C55E"/>
                </a:solidFill>
                <a:latin typeface="DejaVu Sans"/>
                <a:ea typeface="DejaVu Sans"/>
                <a:cs typeface="DejaVu Sans"/>
              </a:defRPr>
            </a:pPr>
            <a:r>
              <a:rPr sz="2100" b="1">
                <a:solidFill>
                  <a:srgbClr val="22C55E"/>
                </a:solidFill>
                <a:latin typeface="DejaVu Sans"/>
                <a:ea typeface="DejaVu Sans"/>
                <a:cs typeface="DejaVu Sans"/>
              </a:rPr>
              <a:t>Privacy</a:t>
            </a:r>
          </a:p>
        </p:txBody>
      </p:sp>
      <p:sp>
        <p:nvSpPr>
          <p:cNvPr id="6" name="Rectangle 5">
            <a:extLst>
              <a:ext uri="{FF2B5EF4-FFF2-40B4-BE49-F238E27FC236}">
                <a16:creationId xmlns:a16="http://schemas.microsoft.com/office/drawing/2014/main" id="{E71FD5CC-5A7C-46D7-B74E-98E8D7051A13}"/>
              </a:ext>
            </a:extLst>
          </p:cNvPr>
          <p:cNvSpPr>
            <a:spLocks noGrp="1"/>
          </p:cNvSpPr>
          <p:nvPr/>
        </p:nvSpPr>
        <p:spPr>
          <a:xfrm>
            <a:off x="4333875" y="3000375"/>
            <a:ext cx="6953250" cy="904875"/>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Photos go to Roboflow. Avoid identifiable people and licence plates.</a:t>
            </a:r>
          </a:p>
        </p:txBody>
      </p:sp>
      <p:sp>
        <p:nvSpPr>
          <p:cNvPr id="7" name="Rectangle 6">
            <a:extLst>
              <a:ext uri="{FF2B5EF4-FFF2-40B4-BE49-F238E27FC236}">
                <a16:creationId xmlns:a16="http://schemas.microsoft.com/office/drawing/2014/main" id="{48E9D2F9-7424-4B7E-92F3-C13DD751E982}"/>
              </a:ext>
            </a:extLst>
          </p:cNvPr>
          <p:cNvSpPr>
            <a:spLocks noGrp="1"/>
          </p:cNvSpPr>
          <p:nvPr/>
        </p:nvSpPr>
        <p:spPr>
          <a:xfrm>
            <a:off x="685800" y="4191000"/>
            <a:ext cx="3429000" cy="666750"/>
          </a:xfrm>
          <a:prstGeom prst="rect">
            <a:avLst/>
          </a:prstGeom>
          <a:noFill/>
          <a:ln w="0">
            <a:noFill/>
            <a:prstDash val="solid"/>
          </a:ln>
        </p:spPr>
        <p:txBody>
          <a:bodyPr/>
          <a:lstStyle>
            <a:defPPr>
              <a:defRPr sz="2100" b="1">
                <a:solidFill>
                  <a:srgbClr val="22C55E"/>
                </a:solidFill>
                <a:latin typeface="DejaVu Sans"/>
                <a:ea typeface="DejaVu Sans"/>
                <a:cs typeface="DejaVu Sans"/>
              </a:defRPr>
            </a:defPPr>
            <a:lvl1pPr>
              <a:defRPr sz="2100" b="1">
                <a:solidFill>
                  <a:srgbClr val="22C55E"/>
                </a:solidFill>
                <a:latin typeface="DejaVu Sans"/>
                <a:ea typeface="DejaVu Sans"/>
                <a:cs typeface="DejaVu Sans"/>
              </a:defRPr>
            </a:lvl1pPr>
            <a:lvl2pPr>
              <a:defRPr sz="2100" b="1">
                <a:solidFill>
                  <a:srgbClr val="22C55E"/>
                </a:solidFill>
                <a:latin typeface="DejaVu Sans"/>
                <a:ea typeface="DejaVu Sans"/>
                <a:cs typeface="DejaVu Sans"/>
              </a:defRPr>
            </a:lvl2pPr>
            <a:lvl3pPr>
              <a:defRPr sz="2100" b="1">
                <a:solidFill>
                  <a:srgbClr val="22C55E"/>
                </a:solidFill>
                <a:latin typeface="DejaVu Sans"/>
                <a:ea typeface="DejaVu Sans"/>
                <a:cs typeface="DejaVu Sans"/>
              </a:defRPr>
            </a:lvl3pPr>
            <a:lvl4pPr>
              <a:defRPr sz="2100" b="1">
                <a:solidFill>
                  <a:srgbClr val="22C55E"/>
                </a:solidFill>
                <a:latin typeface="DejaVu Sans"/>
                <a:ea typeface="DejaVu Sans"/>
                <a:cs typeface="DejaVu Sans"/>
              </a:defRPr>
            </a:lvl4pPr>
            <a:lvl5pPr>
              <a:defRPr sz="2100" b="1">
                <a:solidFill>
                  <a:srgbClr val="22C55E"/>
                </a:solidFill>
                <a:latin typeface="DejaVu Sans"/>
                <a:ea typeface="DejaVu Sans"/>
                <a:cs typeface="DejaVu Sans"/>
              </a:defRPr>
            </a:lvl5pPr>
            <a:lvl6pPr>
              <a:defRPr sz="2100" b="1">
                <a:solidFill>
                  <a:srgbClr val="22C55E"/>
                </a:solidFill>
                <a:latin typeface="DejaVu Sans"/>
                <a:ea typeface="DejaVu Sans"/>
                <a:cs typeface="DejaVu Sans"/>
              </a:defRPr>
            </a:lvl6pPr>
            <a:lvl7pPr>
              <a:defRPr sz="2100" b="1">
                <a:solidFill>
                  <a:srgbClr val="22C55E"/>
                </a:solidFill>
                <a:latin typeface="DejaVu Sans"/>
                <a:ea typeface="DejaVu Sans"/>
                <a:cs typeface="DejaVu Sans"/>
              </a:defRPr>
            </a:lvl7pPr>
            <a:lvl8pPr>
              <a:defRPr sz="2100" b="1">
                <a:solidFill>
                  <a:srgbClr val="22C55E"/>
                </a:solidFill>
                <a:latin typeface="DejaVu Sans"/>
                <a:ea typeface="DejaVu Sans"/>
                <a:cs typeface="DejaVu Sans"/>
              </a:defRPr>
            </a:lvl8pPr>
            <a:lvl9pPr>
              <a:defRPr sz="2100" b="1">
                <a:solidFill>
                  <a:srgbClr val="22C55E"/>
                </a:solidFill>
                <a:latin typeface="DejaVu Sans"/>
                <a:ea typeface="DejaVu Sans"/>
                <a:cs typeface="DejaVu Sans"/>
              </a:defRPr>
            </a:lvl9pPr>
          </a:lstStyle>
          <a:p>
            <a:pPr>
              <a:defRPr sz="2100" b="1">
                <a:solidFill>
                  <a:srgbClr val="22C55E"/>
                </a:solidFill>
                <a:latin typeface="DejaVu Sans"/>
                <a:ea typeface="DejaVu Sans"/>
                <a:cs typeface="DejaVu Sans"/>
              </a:defRPr>
            </a:pPr>
            <a:r>
              <a:rPr sz="2100" b="1">
                <a:solidFill>
                  <a:srgbClr val="22C55E"/>
                </a:solidFill>
                <a:latin typeface="DejaVu Sans"/>
                <a:ea typeface="DejaVu Sans"/>
                <a:cs typeface="DejaVu Sans"/>
              </a:rPr>
              <a:t>Generalisation</a:t>
            </a:r>
          </a:p>
        </p:txBody>
      </p:sp>
      <p:sp>
        <p:nvSpPr>
          <p:cNvPr id="8" name="Rectangle 7">
            <a:extLst>
              <a:ext uri="{FF2B5EF4-FFF2-40B4-BE49-F238E27FC236}">
                <a16:creationId xmlns:a16="http://schemas.microsoft.com/office/drawing/2014/main" id="{88A5549E-450C-4BEC-BB17-8FC0B601612E}"/>
              </a:ext>
            </a:extLst>
          </p:cNvPr>
          <p:cNvSpPr>
            <a:spLocks noGrp="1"/>
          </p:cNvSpPr>
          <p:nvPr/>
        </p:nvSpPr>
        <p:spPr>
          <a:xfrm>
            <a:off x="4333875" y="4191000"/>
            <a:ext cx="6953250" cy="904875"/>
          </a:xfrm>
          <a:prstGeom prst="rect">
            <a:avLst/>
          </a:prstGeom>
          <a:noFill/>
          <a:ln w="0">
            <a:noFill/>
            <a:prstDash val="solid"/>
          </a:ln>
        </p:spPr>
        <p:txBody>
          <a:bodyPr/>
          <a:lstStyle>
            <a:defPPr>
              <a:defRPr sz="2025" b="0">
                <a:solidFill>
                  <a:srgbClr val="F1F5F9"/>
                </a:solidFill>
                <a:latin typeface="DejaVu Sans"/>
                <a:ea typeface="DejaVu Sans"/>
                <a:cs typeface="DejaVu Sans"/>
              </a:defRPr>
            </a:defPPr>
            <a:lvl1pPr>
              <a:defRPr sz="2025" b="0">
                <a:solidFill>
                  <a:srgbClr val="F1F5F9"/>
                </a:solidFill>
                <a:latin typeface="DejaVu Sans"/>
                <a:ea typeface="DejaVu Sans"/>
                <a:cs typeface="DejaVu Sans"/>
              </a:defRPr>
            </a:lvl1pPr>
            <a:lvl2pPr>
              <a:defRPr sz="2025" b="0">
                <a:solidFill>
                  <a:srgbClr val="F1F5F9"/>
                </a:solidFill>
                <a:latin typeface="DejaVu Sans"/>
                <a:ea typeface="DejaVu Sans"/>
                <a:cs typeface="DejaVu Sans"/>
              </a:defRPr>
            </a:lvl2pPr>
            <a:lvl3pPr>
              <a:defRPr sz="2025" b="0">
                <a:solidFill>
                  <a:srgbClr val="F1F5F9"/>
                </a:solidFill>
                <a:latin typeface="DejaVu Sans"/>
                <a:ea typeface="DejaVu Sans"/>
                <a:cs typeface="DejaVu Sans"/>
              </a:defRPr>
            </a:lvl3pPr>
            <a:lvl4pPr>
              <a:defRPr sz="2025" b="0">
                <a:solidFill>
                  <a:srgbClr val="F1F5F9"/>
                </a:solidFill>
                <a:latin typeface="DejaVu Sans"/>
                <a:ea typeface="DejaVu Sans"/>
                <a:cs typeface="DejaVu Sans"/>
              </a:defRPr>
            </a:lvl4pPr>
            <a:lvl5pPr>
              <a:defRPr sz="2025" b="0">
                <a:solidFill>
                  <a:srgbClr val="F1F5F9"/>
                </a:solidFill>
                <a:latin typeface="DejaVu Sans"/>
                <a:ea typeface="DejaVu Sans"/>
                <a:cs typeface="DejaVu Sans"/>
              </a:defRPr>
            </a:lvl5pPr>
            <a:lvl6pPr>
              <a:defRPr sz="2025" b="0">
                <a:solidFill>
                  <a:srgbClr val="F1F5F9"/>
                </a:solidFill>
                <a:latin typeface="DejaVu Sans"/>
                <a:ea typeface="DejaVu Sans"/>
                <a:cs typeface="DejaVu Sans"/>
              </a:defRPr>
            </a:lvl6pPr>
            <a:lvl7pPr>
              <a:defRPr sz="2025" b="0">
                <a:solidFill>
                  <a:srgbClr val="F1F5F9"/>
                </a:solidFill>
                <a:latin typeface="DejaVu Sans"/>
                <a:ea typeface="DejaVu Sans"/>
                <a:cs typeface="DejaVu Sans"/>
              </a:defRPr>
            </a:lvl7pPr>
            <a:lvl8pPr>
              <a:defRPr sz="2025" b="0">
                <a:solidFill>
                  <a:srgbClr val="F1F5F9"/>
                </a:solidFill>
                <a:latin typeface="DejaVu Sans"/>
                <a:ea typeface="DejaVu Sans"/>
                <a:cs typeface="DejaVu Sans"/>
              </a:defRPr>
            </a:lvl8pPr>
            <a:lvl9pPr>
              <a:defRPr sz="2025" b="0">
                <a:solidFill>
                  <a:srgbClr val="F1F5F9"/>
                </a:solidFill>
                <a:latin typeface="DejaVu Sans"/>
                <a:ea typeface="DejaVu Sans"/>
                <a:cs typeface="DejaVu Sans"/>
              </a:defRPr>
            </a:lvl9pPr>
          </a:lstStyle>
          <a:p>
            <a:pPr>
              <a:defRPr sz="2025" b="0">
                <a:solidFill>
                  <a:srgbClr val="F1F5F9"/>
                </a:solidFill>
                <a:latin typeface="DejaVu Sans"/>
                <a:ea typeface="DejaVu Sans"/>
                <a:cs typeface="DejaVu Sans"/>
              </a:defRPr>
            </a:pPr>
            <a:r>
              <a:rPr sz="2025" b="0">
                <a:solidFill>
                  <a:srgbClr val="F1F5F9"/>
                </a:solidFill>
                <a:latin typeface="DejaVu Sans"/>
                <a:ea typeface="DejaVu Sans"/>
                <a:cs typeface="DejaVu Sans"/>
              </a:rPr>
              <a:t>Different lighting, backgrounds and locations need further testing.</a:t>
            </a:r>
          </a:p>
        </p:txBody>
      </p:sp>
    </p:spTree>
    <p:extLst>
      <p:ext uri="{BB962C8B-B14F-4D97-AF65-F5344CB8AC3E}">
        <p14:creationId xmlns:p14="http://schemas.microsoft.com/office/powerpoint/2010/main" val="1030805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2797EA-A869-403B-8E66-4406C9E5947D}"/>
              </a:ext>
            </a:extLst>
          </p:cNvPr>
          <p:cNvSpPr>
            <a:spLocks noGrp="1"/>
          </p:cNvSpPr>
          <p:nvPr/>
        </p:nvSpPr>
        <p:spPr>
          <a:xfrm>
            <a:off x="685800" y="552450"/>
            <a:ext cx="10820400" cy="952500"/>
          </a:xfrm>
          <a:prstGeom prst="rect">
            <a:avLst/>
          </a:prstGeom>
          <a:noFill/>
          <a:ln w="0">
            <a:noFill/>
            <a:prstDash val="solid"/>
          </a:ln>
        </p:spPr>
        <p:txBody>
          <a:bodyPr/>
          <a:lstStyle>
            <a:defPPr>
              <a:defRPr sz="3300" b="1">
                <a:solidFill>
                  <a:srgbClr val="F1F5F9"/>
                </a:solidFill>
                <a:latin typeface="DejaVu Sans"/>
                <a:ea typeface="DejaVu Sans"/>
                <a:cs typeface="DejaVu Sans"/>
              </a:defRPr>
            </a:defPPr>
            <a:lvl1pPr>
              <a:defRPr sz="3300" b="1">
                <a:solidFill>
                  <a:srgbClr val="F1F5F9"/>
                </a:solidFill>
                <a:latin typeface="DejaVu Sans"/>
                <a:ea typeface="DejaVu Sans"/>
                <a:cs typeface="DejaVu Sans"/>
              </a:defRPr>
            </a:lvl1pPr>
            <a:lvl2pPr>
              <a:defRPr sz="3300" b="1">
                <a:solidFill>
                  <a:srgbClr val="F1F5F9"/>
                </a:solidFill>
                <a:latin typeface="DejaVu Sans"/>
                <a:ea typeface="DejaVu Sans"/>
                <a:cs typeface="DejaVu Sans"/>
              </a:defRPr>
            </a:lvl2pPr>
            <a:lvl3pPr>
              <a:defRPr sz="3300" b="1">
                <a:solidFill>
                  <a:srgbClr val="F1F5F9"/>
                </a:solidFill>
                <a:latin typeface="DejaVu Sans"/>
                <a:ea typeface="DejaVu Sans"/>
                <a:cs typeface="DejaVu Sans"/>
              </a:defRPr>
            </a:lvl3pPr>
            <a:lvl4pPr>
              <a:defRPr sz="3300" b="1">
                <a:solidFill>
                  <a:srgbClr val="F1F5F9"/>
                </a:solidFill>
                <a:latin typeface="DejaVu Sans"/>
                <a:ea typeface="DejaVu Sans"/>
                <a:cs typeface="DejaVu Sans"/>
              </a:defRPr>
            </a:lvl4pPr>
            <a:lvl5pPr>
              <a:defRPr sz="3300" b="1">
                <a:solidFill>
                  <a:srgbClr val="F1F5F9"/>
                </a:solidFill>
                <a:latin typeface="DejaVu Sans"/>
                <a:ea typeface="DejaVu Sans"/>
                <a:cs typeface="DejaVu Sans"/>
              </a:defRPr>
            </a:lvl5pPr>
            <a:lvl6pPr>
              <a:defRPr sz="3300" b="1">
                <a:solidFill>
                  <a:srgbClr val="F1F5F9"/>
                </a:solidFill>
                <a:latin typeface="DejaVu Sans"/>
                <a:ea typeface="DejaVu Sans"/>
                <a:cs typeface="DejaVu Sans"/>
              </a:defRPr>
            </a:lvl6pPr>
            <a:lvl7pPr>
              <a:defRPr sz="3300" b="1">
                <a:solidFill>
                  <a:srgbClr val="F1F5F9"/>
                </a:solidFill>
                <a:latin typeface="DejaVu Sans"/>
                <a:ea typeface="DejaVu Sans"/>
                <a:cs typeface="DejaVu Sans"/>
              </a:defRPr>
            </a:lvl7pPr>
            <a:lvl8pPr>
              <a:defRPr sz="3300" b="1">
                <a:solidFill>
                  <a:srgbClr val="F1F5F9"/>
                </a:solidFill>
                <a:latin typeface="DejaVu Sans"/>
                <a:ea typeface="DejaVu Sans"/>
                <a:cs typeface="DejaVu Sans"/>
              </a:defRPr>
            </a:lvl8pPr>
            <a:lvl9pPr>
              <a:defRPr sz="3300" b="1">
                <a:solidFill>
                  <a:srgbClr val="F1F5F9"/>
                </a:solidFill>
                <a:latin typeface="DejaVu Sans"/>
                <a:ea typeface="DejaVu Sans"/>
                <a:cs typeface="DejaVu Sans"/>
              </a:defRPr>
            </a:lvl9pPr>
          </a:lstStyle>
          <a:p>
            <a:pPr>
              <a:defRPr sz="3300" b="1">
                <a:solidFill>
                  <a:srgbClr val="F1F5F9"/>
                </a:solidFill>
                <a:latin typeface="DejaVu Sans"/>
                <a:ea typeface="DejaVu Sans"/>
                <a:cs typeface="DejaVu Sans"/>
              </a:defRPr>
            </a:pPr>
            <a:r>
              <a:rPr sz="3300" b="1">
                <a:solidFill>
                  <a:srgbClr val="F1F5F9"/>
                </a:solidFill>
                <a:latin typeface="DejaVu Sans"/>
                <a:ea typeface="DejaVu Sans"/>
                <a:cs typeface="DejaVu Sans"/>
              </a:rPr>
              <a:t>Lessons and next steps</a:t>
            </a:r>
          </a:p>
        </p:txBody>
      </p:sp>
      <p:sp>
        <p:nvSpPr>
          <p:cNvPr id="2" name="Rectangle 1">
            <a:extLst>
              <a:ext uri="{FF2B5EF4-FFF2-40B4-BE49-F238E27FC236}">
                <a16:creationId xmlns:a16="http://schemas.microsoft.com/office/drawing/2014/main" id="{F376D246-0FCD-4C55-B5CE-C241D9618300}"/>
              </a:ext>
            </a:extLst>
          </p:cNvPr>
          <p:cNvSpPr>
            <a:spLocks noGrp="1"/>
          </p:cNvSpPr>
          <p:nvPr/>
        </p:nvSpPr>
        <p:spPr>
          <a:xfrm>
            <a:off x="11049000" y="6267450"/>
            <a:ext cx="476250" cy="285750"/>
          </a:xfrm>
          <a:prstGeom prst="rect">
            <a:avLst/>
          </a:prstGeom>
          <a:noFill/>
          <a:ln w="0">
            <a:noFill/>
            <a:prstDash val="solid"/>
          </a:ln>
        </p:spPr>
        <p:txBody>
          <a:bodyPr/>
          <a:lstStyle>
            <a:defPPr>
              <a:defRPr sz="1275" b="0">
                <a:solidFill>
                  <a:srgbClr val="94A3B8"/>
                </a:solidFill>
                <a:latin typeface="DejaVu Sans"/>
                <a:ea typeface="DejaVu Sans"/>
                <a:cs typeface="DejaVu Sans"/>
              </a:defRPr>
            </a:defPPr>
            <a:lvl1pPr>
              <a:defRPr sz="1275" b="0">
                <a:solidFill>
                  <a:srgbClr val="94A3B8"/>
                </a:solidFill>
                <a:latin typeface="DejaVu Sans"/>
                <a:ea typeface="DejaVu Sans"/>
                <a:cs typeface="DejaVu Sans"/>
              </a:defRPr>
            </a:lvl1pPr>
            <a:lvl2pPr>
              <a:defRPr sz="1275" b="0">
                <a:solidFill>
                  <a:srgbClr val="94A3B8"/>
                </a:solidFill>
                <a:latin typeface="DejaVu Sans"/>
                <a:ea typeface="DejaVu Sans"/>
                <a:cs typeface="DejaVu Sans"/>
              </a:defRPr>
            </a:lvl2pPr>
            <a:lvl3pPr>
              <a:defRPr sz="1275" b="0">
                <a:solidFill>
                  <a:srgbClr val="94A3B8"/>
                </a:solidFill>
                <a:latin typeface="DejaVu Sans"/>
                <a:ea typeface="DejaVu Sans"/>
                <a:cs typeface="DejaVu Sans"/>
              </a:defRPr>
            </a:lvl3pPr>
            <a:lvl4pPr>
              <a:defRPr sz="1275" b="0">
                <a:solidFill>
                  <a:srgbClr val="94A3B8"/>
                </a:solidFill>
                <a:latin typeface="DejaVu Sans"/>
                <a:ea typeface="DejaVu Sans"/>
                <a:cs typeface="DejaVu Sans"/>
              </a:defRPr>
            </a:lvl4pPr>
            <a:lvl5pPr>
              <a:defRPr sz="1275" b="0">
                <a:solidFill>
                  <a:srgbClr val="94A3B8"/>
                </a:solidFill>
                <a:latin typeface="DejaVu Sans"/>
                <a:ea typeface="DejaVu Sans"/>
                <a:cs typeface="DejaVu Sans"/>
              </a:defRPr>
            </a:lvl5pPr>
            <a:lvl6pPr>
              <a:defRPr sz="1275" b="0">
                <a:solidFill>
                  <a:srgbClr val="94A3B8"/>
                </a:solidFill>
                <a:latin typeface="DejaVu Sans"/>
                <a:ea typeface="DejaVu Sans"/>
                <a:cs typeface="DejaVu Sans"/>
              </a:defRPr>
            </a:lvl6pPr>
            <a:lvl7pPr>
              <a:defRPr sz="1275" b="0">
                <a:solidFill>
                  <a:srgbClr val="94A3B8"/>
                </a:solidFill>
                <a:latin typeface="DejaVu Sans"/>
                <a:ea typeface="DejaVu Sans"/>
                <a:cs typeface="DejaVu Sans"/>
              </a:defRPr>
            </a:lvl7pPr>
            <a:lvl8pPr>
              <a:defRPr sz="1275" b="0">
                <a:solidFill>
                  <a:srgbClr val="94A3B8"/>
                </a:solidFill>
                <a:latin typeface="DejaVu Sans"/>
                <a:ea typeface="DejaVu Sans"/>
                <a:cs typeface="DejaVu Sans"/>
              </a:defRPr>
            </a:lvl8pPr>
            <a:lvl9pPr>
              <a:defRPr sz="1275" b="0">
                <a:solidFill>
                  <a:srgbClr val="94A3B8"/>
                </a:solidFill>
                <a:latin typeface="DejaVu Sans"/>
                <a:ea typeface="DejaVu Sans"/>
                <a:cs typeface="DejaVu Sans"/>
              </a:defRPr>
            </a:lvl9pPr>
          </a:lstStyle>
          <a:p>
            <a:pPr>
              <a:defRPr sz="1275" b="0">
                <a:solidFill>
                  <a:srgbClr val="94A3B8"/>
                </a:solidFill>
                <a:latin typeface="DejaVu Sans"/>
                <a:ea typeface="DejaVu Sans"/>
                <a:cs typeface="DejaVu Sans"/>
              </a:defRPr>
            </a:pPr>
            <a:r>
              <a:rPr sz="1275" b="0">
                <a:solidFill>
                  <a:srgbClr val="94A3B8"/>
                </a:solidFill>
                <a:latin typeface="DejaVu Sans"/>
                <a:ea typeface="DejaVu Sans"/>
                <a:cs typeface="DejaVu Sans"/>
              </a:rPr>
              <a:t>10</a:t>
            </a:r>
          </a:p>
        </p:txBody>
      </p:sp>
      <p:sp>
        <p:nvSpPr>
          <p:cNvPr id="3" name="Rectangle 2">
            <a:extLst>
              <a:ext uri="{FF2B5EF4-FFF2-40B4-BE49-F238E27FC236}">
                <a16:creationId xmlns:a16="http://schemas.microsoft.com/office/drawing/2014/main" id="{748269EE-764F-4BDF-B3A0-B44834D42EE4}"/>
              </a:ext>
            </a:extLst>
          </p:cNvPr>
          <p:cNvSpPr>
            <a:spLocks noGrp="1"/>
          </p:cNvSpPr>
          <p:nvPr/>
        </p:nvSpPr>
        <p:spPr>
          <a:xfrm>
            <a:off x="685800" y="1762125"/>
            <a:ext cx="10477500" cy="571500"/>
          </a:xfrm>
          <a:prstGeom prst="rect">
            <a:avLst/>
          </a:prstGeom>
          <a:noFill/>
          <a:ln w="0">
            <a:noFill/>
            <a:prstDash val="solid"/>
          </a:ln>
        </p:spPr>
        <p:txBody>
          <a:bodyPr/>
          <a:lstStyle>
            <a:defPPr>
              <a:defRPr sz="2325" b="1">
                <a:solidFill>
                  <a:srgbClr val="22C55E"/>
                </a:solidFill>
                <a:latin typeface="DejaVu Sans"/>
                <a:ea typeface="DejaVu Sans"/>
                <a:cs typeface="DejaVu Sans"/>
              </a:defRPr>
            </a:defPPr>
            <a:lvl1pPr>
              <a:defRPr sz="2325" b="1">
                <a:solidFill>
                  <a:srgbClr val="22C55E"/>
                </a:solidFill>
                <a:latin typeface="DejaVu Sans"/>
                <a:ea typeface="DejaVu Sans"/>
                <a:cs typeface="DejaVu Sans"/>
              </a:defRPr>
            </a:lvl1pPr>
            <a:lvl2pPr>
              <a:defRPr sz="2325" b="1">
                <a:solidFill>
                  <a:srgbClr val="22C55E"/>
                </a:solidFill>
                <a:latin typeface="DejaVu Sans"/>
                <a:ea typeface="DejaVu Sans"/>
                <a:cs typeface="DejaVu Sans"/>
              </a:defRPr>
            </a:lvl2pPr>
            <a:lvl3pPr>
              <a:defRPr sz="2325" b="1">
                <a:solidFill>
                  <a:srgbClr val="22C55E"/>
                </a:solidFill>
                <a:latin typeface="DejaVu Sans"/>
                <a:ea typeface="DejaVu Sans"/>
                <a:cs typeface="DejaVu Sans"/>
              </a:defRPr>
            </a:lvl3pPr>
            <a:lvl4pPr>
              <a:defRPr sz="2325" b="1">
                <a:solidFill>
                  <a:srgbClr val="22C55E"/>
                </a:solidFill>
                <a:latin typeface="DejaVu Sans"/>
                <a:ea typeface="DejaVu Sans"/>
                <a:cs typeface="DejaVu Sans"/>
              </a:defRPr>
            </a:lvl4pPr>
            <a:lvl5pPr>
              <a:defRPr sz="2325" b="1">
                <a:solidFill>
                  <a:srgbClr val="22C55E"/>
                </a:solidFill>
                <a:latin typeface="DejaVu Sans"/>
                <a:ea typeface="DejaVu Sans"/>
                <a:cs typeface="DejaVu Sans"/>
              </a:defRPr>
            </a:lvl5pPr>
            <a:lvl6pPr>
              <a:defRPr sz="2325" b="1">
                <a:solidFill>
                  <a:srgbClr val="22C55E"/>
                </a:solidFill>
                <a:latin typeface="DejaVu Sans"/>
                <a:ea typeface="DejaVu Sans"/>
                <a:cs typeface="DejaVu Sans"/>
              </a:defRPr>
            </a:lvl6pPr>
            <a:lvl7pPr>
              <a:defRPr sz="2325" b="1">
                <a:solidFill>
                  <a:srgbClr val="22C55E"/>
                </a:solidFill>
                <a:latin typeface="DejaVu Sans"/>
                <a:ea typeface="DejaVu Sans"/>
                <a:cs typeface="DejaVu Sans"/>
              </a:defRPr>
            </a:lvl7pPr>
            <a:lvl8pPr>
              <a:defRPr sz="2325" b="1">
                <a:solidFill>
                  <a:srgbClr val="22C55E"/>
                </a:solidFill>
                <a:latin typeface="DejaVu Sans"/>
                <a:ea typeface="DejaVu Sans"/>
                <a:cs typeface="DejaVu Sans"/>
              </a:defRPr>
            </a:lvl8pPr>
            <a:lvl9pPr>
              <a:defRPr sz="2325" b="1">
                <a:solidFill>
                  <a:srgbClr val="22C55E"/>
                </a:solidFill>
                <a:latin typeface="DejaVu Sans"/>
                <a:ea typeface="DejaVu Sans"/>
                <a:cs typeface="DejaVu Sans"/>
              </a:defRPr>
            </a:lvl9pPr>
          </a:lstStyle>
          <a:p>
            <a:pPr>
              <a:defRPr sz="2325" b="1">
                <a:solidFill>
                  <a:srgbClr val="22C55E"/>
                </a:solidFill>
                <a:latin typeface="DejaVu Sans"/>
                <a:ea typeface="DejaVu Sans"/>
                <a:cs typeface="DejaVu Sans"/>
              </a:defRPr>
            </a:pPr>
            <a:r>
              <a:rPr sz="2325" b="1">
                <a:solidFill>
                  <a:srgbClr val="22C55E"/>
                </a:solidFill>
                <a:latin typeface="DejaVu Sans"/>
                <a:ea typeface="DejaVu Sans"/>
                <a:cs typeface="DejaVu Sans"/>
              </a:rPr>
              <a:t>What the app work taught us</a:t>
            </a:r>
          </a:p>
        </p:txBody>
      </p:sp>
      <p:sp>
        <p:nvSpPr>
          <p:cNvPr id="4" name="Rectangle 3">
            <a:extLst>
              <a:ext uri="{FF2B5EF4-FFF2-40B4-BE49-F238E27FC236}">
                <a16:creationId xmlns:a16="http://schemas.microsoft.com/office/drawing/2014/main" id="{65582907-A7BF-44CD-8E61-FC5A5C92CAD0}"/>
              </a:ext>
            </a:extLst>
          </p:cNvPr>
          <p:cNvSpPr>
            <a:spLocks noGrp="1"/>
          </p:cNvSpPr>
          <p:nvPr/>
        </p:nvSpPr>
        <p:spPr>
          <a:xfrm>
            <a:off x="685800" y="2524125"/>
            <a:ext cx="10668000" cy="1047750"/>
          </a:xfrm>
          <a:prstGeom prst="rect">
            <a:avLst/>
          </a:prstGeom>
          <a:noFill/>
          <a:ln w="0">
            <a:noFill/>
            <a:prstDash val="solid"/>
          </a:ln>
        </p:spPr>
        <p:txBody>
          <a:bodyPr/>
          <a:lstStyle>
            <a:defPPr>
              <a:defRPr sz="2250" b="0">
                <a:solidFill>
                  <a:srgbClr val="F1F5F9"/>
                </a:solidFill>
                <a:latin typeface="DejaVu Sans"/>
                <a:ea typeface="DejaVu Sans"/>
                <a:cs typeface="DejaVu Sans"/>
              </a:defRPr>
            </a:defPPr>
            <a:lvl1pPr>
              <a:defRPr sz="2250" b="0">
                <a:solidFill>
                  <a:srgbClr val="F1F5F9"/>
                </a:solidFill>
                <a:latin typeface="DejaVu Sans"/>
                <a:ea typeface="DejaVu Sans"/>
                <a:cs typeface="DejaVu Sans"/>
              </a:defRPr>
            </a:lvl1pPr>
            <a:lvl2pPr>
              <a:defRPr sz="2250" b="0">
                <a:solidFill>
                  <a:srgbClr val="F1F5F9"/>
                </a:solidFill>
                <a:latin typeface="DejaVu Sans"/>
                <a:ea typeface="DejaVu Sans"/>
                <a:cs typeface="DejaVu Sans"/>
              </a:defRPr>
            </a:lvl2pPr>
            <a:lvl3pPr>
              <a:defRPr sz="2250" b="0">
                <a:solidFill>
                  <a:srgbClr val="F1F5F9"/>
                </a:solidFill>
                <a:latin typeface="DejaVu Sans"/>
                <a:ea typeface="DejaVu Sans"/>
                <a:cs typeface="DejaVu Sans"/>
              </a:defRPr>
            </a:lvl3pPr>
            <a:lvl4pPr>
              <a:defRPr sz="2250" b="0">
                <a:solidFill>
                  <a:srgbClr val="F1F5F9"/>
                </a:solidFill>
                <a:latin typeface="DejaVu Sans"/>
                <a:ea typeface="DejaVu Sans"/>
                <a:cs typeface="DejaVu Sans"/>
              </a:defRPr>
            </a:lvl4pPr>
            <a:lvl5pPr>
              <a:defRPr sz="2250" b="0">
                <a:solidFill>
                  <a:srgbClr val="F1F5F9"/>
                </a:solidFill>
                <a:latin typeface="DejaVu Sans"/>
                <a:ea typeface="DejaVu Sans"/>
                <a:cs typeface="DejaVu Sans"/>
              </a:defRPr>
            </a:lvl5pPr>
            <a:lvl6pPr>
              <a:defRPr sz="2250" b="0">
                <a:solidFill>
                  <a:srgbClr val="F1F5F9"/>
                </a:solidFill>
                <a:latin typeface="DejaVu Sans"/>
                <a:ea typeface="DejaVu Sans"/>
                <a:cs typeface="DejaVu Sans"/>
              </a:defRPr>
            </a:lvl6pPr>
            <a:lvl7pPr>
              <a:defRPr sz="2250" b="0">
                <a:solidFill>
                  <a:srgbClr val="F1F5F9"/>
                </a:solidFill>
                <a:latin typeface="DejaVu Sans"/>
                <a:ea typeface="DejaVu Sans"/>
                <a:cs typeface="DejaVu Sans"/>
              </a:defRPr>
            </a:lvl7pPr>
            <a:lvl8pPr>
              <a:defRPr sz="2250" b="0">
                <a:solidFill>
                  <a:srgbClr val="F1F5F9"/>
                </a:solidFill>
                <a:latin typeface="DejaVu Sans"/>
                <a:ea typeface="DejaVu Sans"/>
                <a:cs typeface="DejaVu Sans"/>
              </a:defRPr>
            </a:lvl8pPr>
            <a:lvl9pPr>
              <a:defRPr sz="2250" b="0">
                <a:solidFill>
                  <a:srgbClr val="F1F5F9"/>
                </a:solidFill>
                <a:latin typeface="DejaVu Sans"/>
                <a:ea typeface="DejaVu Sans"/>
                <a:cs typeface="DejaVu Sans"/>
              </a:defRPr>
            </a:lvl9pPr>
          </a:lstStyle>
          <a:p>
            <a:pPr>
              <a:defRPr sz="2250" b="0">
                <a:solidFill>
                  <a:srgbClr val="F1F5F9"/>
                </a:solidFill>
                <a:latin typeface="DejaVu Sans"/>
                <a:ea typeface="DejaVu Sans"/>
                <a:cs typeface="DejaVu Sans"/>
              </a:defRPr>
            </a:pPr>
            <a:r>
              <a:rPr sz="2250" b="0">
                <a:solidFill>
                  <a:srgbClr val="F1F5F9"/>
                </a:solidFill>
                <a:latin typeface="DejaVu Sans"/>
                <a:ea typeface="DejaVu Sans"/>
                <a:cs typeface="DejaVu Sans"/>
              </a:rPr>
              <a:t>A working deployment depends on the Python environment</a:t>
            </a:r>
          </a:p>
          <a:p>
            <a:pPr>
              <a:defRPr sz="2250" b="0">
                <a:solidFill>
                  <a:srgbClr val="F1F5F9"/>
                </a:solidFill>
                <a:latin typeface="DejaVu Sans"/>
                <a:ea typeface="DejaVu Sans"/>
                <a:cs typeface="DejaVu Sans"/>
              </a:defRPr>
            </a:pPr>
            <a:r>
              <a:rPr sz="2250" b="0">
                <a:solidFill>
                  <a:srgbClr val="F1F5F9"/>
                </a:solidFill>
                <a:latin typeface="DejaVu Sans"/>
                <a:ea typeface="DejaVu Sans"/>
                <a:cs typeface="DejaVu Sans"/>
              </a:rPr>
              <a:t>and correct handling of API secrets.</a:t>
            </a:r>
          </a:p>
        </p:txBody>
      </p:sp>
      <p:sp>
        <p:nvSpPr>
          <p:cNvPr id="5" name="Rectangle 4">
            <a:extLst>
              <a:ext uri="{FF2B5EF4-FFF2-40B4-BE49-F238E27FC236}">
                <a16:creationId xmlns:a16="http://schemas.microsoft.com/office/drawing/2014/main" id="{780D159B-AE75-4D40-A304-3A3E8861D3C0}"/>
              </a:ext>
            </a:extLst>
          </p:cNvPr>
          <p:cNvSpPr>
            <a:spLocks noGrp="1"/>
          </p:cNvSpPr>
          <p:nvPr/>
        </p:nvSpPr>
        <p:spPr>
          <a:xfrm>
            <a:off x="685800" y="4048125"/>
            <a:ext cx="10668000" cy="952500"/>
          </a:xfrm>
          <a:prstGeom prst="rect">
            <a:avLst/>
          </a:prstGeom>
          <a:noFill/>
          <a:ln w="0">
            <a:noFill/>
            <a:prstDash val="solid"/>
          </a:ln>
        </p:spPr>
        <p:txBody>
          <a:bodyPr/>
          <a:lstStyle>
            <a:defPPr>
              <a:defRPr sz="2400" b="0">
                <a:solidFill>
                  <a:srgbClr val="F1F5F9"/>
                </a:solidFill>
                <a:latin typeface="DejaVu Sans"/>
                <a:ea typeface="DejaVu Sans"/>
                <a:cs typeface="DejaVu Sans"/>
              </a:defRPr>
            </a:defPPr>
            <a:lvl1pPr>
              <a:defRPr sz="2400" b="0">
                <a:solidFill>
                  <a:srgbClr val="F1F5F9"/>
                </a:solidFill>
                <a:latin typeface="DejaVu Sans"/>
                <a:ea typeface="DejaVu Sans"/>
                <a:cs typeface="DejaVu Sans"/>
              </a:defRPr>
            </a:lvl1pPr>
            <a:lvl2pPr>
              <a:defRPr sz="2400" b="0">
                <a:solidFill>
                  <a:srgbClr val="F1F5F9"/>
                </a:solidFill>
                <a:latin typeface="DejaVu Sans"/>
                <a:ea typeface="DejaVu Sans"/>
                <a:cs typeface="DejaVu Sans"/>
              </a:defRPr>
            </a:lvl2pPr>
            <a:lvl3pPr>
              <a:defRPr sz="2400" b="0">
                <a:solidFill>
                  <a:srgbClr val="F1F5F9"/>
                </a:solidFill>
                <a:latin typeface="DejaVu Sans"/>
                <a:ea typeface="DejaVu Sans"/>
                <a:cs typeface="DejaVu Sans"/>
              </a:defRPr>
            </a:lvl3pPr>
            <a:lvl4pPr>
              <a:defRPr sz="2400" b="0">
                <a:solidFill>
                  <a:srgbClr val="F1F5F9"/>
                </a:solidFill>
                <a:latin typeface="DejaVu Sans"/>
                <a:ea typeface="DejaVu Sans"/>
                <a:cs typeface="DejaVu Sans"/>
              </a:defRPr>
            </a:lvl4pPr>
            <a:lvl5pPr>
              <a:defRPr sz="2400" b="0">
                <a:solidFill>
                  <a:srgbClr val="F1F5F9"/>
                </a:solidFill>
                <a:latin typeface="DejaVu Sans"/>
                <a:ea typeface="DejaVu Sans"/>
                <a:cs typeface="DejaVu Sans"/>
              </a:defRPr>
            </a:lvl5pPr>
            <a:lvl6pPr>
              <a:defRPr sz="2400" b="0">
                <a:solidFill>
                  <a:srgbClr val="F1F5F9"/>
                </a:solidFill>
                <a:latin typeface="DejaVu Sans"/>
                <a:ea typeface="DejaVu Sans"/>
                <a:cs typeface="DejaVu Sans"/>
              </a:defRPr>
            </a:lvl6pPr>
            <a:lvl7pPr>
              <a:defRPr sz="2400" b="0">
                <a:solidFill>
                  <a:srgbClr val="F1F5F9"/>
                </a:solidFill>
                <a:latin typeface="DejaVu Sans"/>
                <a:ea typeface="DejaVu Sans"/>
                <a:cs typeface="DejaVu Sans"/>
              </a:defRPr>
            </a:lvl7pPr>
            <a:lvl8pPr>
              <a:defRPr sz="2400" b="0">
                <a:solidFill>
                  <a:srgbClr val="F1F5F9"/>
                </a:solidFill>
                <a:latin typeface="DejaVu Sans"/>
                <a:ea typeface="DejaVu Sans"/>
                <a:cs typeface="DejaVu Sans"/>
              </a:defRPr>
            </a:lvl8pPr>
            <a:lvl9pPr>
              <a:defRPr sz="2400" b="0">
                <a:solidFill>
                  <a:srgbClr val="F1F5F9"/>
                </a:solidFill>
                <a:latin typeface="DejaVu Sans"/>
                <a:ea typeface="DejaVu Sans"/>
                <a:cs typeface="DejaVu Sans"/>
              </a:defRPr>
            </a:lvl9pPr>
          </a:lstStyle>
          <a:p>
            <a:pPr>
              <a:defRPr sz="2400" b="0">
                <a:solidFill>
                  <a:srgbClr val="F1F5F9"/>
                </a:solidFill>
                <a:latin typeface="DejaVu Sans"/>
                <a:ea typeface="DejaVu Sans"/>
                <a:cs typeface="DejaVu Sans"/>
              </a:defRPr>
            </a:pPr>
            <a:r>
              <a:rPr sz="2400" b="0" dirty="0">
                <a:solidFill>
                  <a:srgbClr val="F1F5F9"/>
                </a:solidFill>
                <a:latin typeface="DejaVu Sans"/>
                <a:ea typeface="DejaVu Sans"/>
                <a:cs typeface="DejaVu Sans"/>
              </a:rPr>
              <a:t>Next: test new locations and improve small-object recall</a:t>
            </a:r>
            <a:r>
              <a:rPr lang="en-US" sz="2400" b="0" dirty="0">
                <a:solidFill>
                  <a:srgbClr val="F1F5F9"/>
                </a:solidFill>
                <a:latin typeface="DejaVu Sans"/>
                <a:ea typeface="DejaVu Sans"/>
                <a:cs typeface="DejaVu Sans"/>
              </a:rPr>
              <a:t>, and also implement a live video detection system.</a:t>
            </a:r>
            <a:endParaRPr sz="2400" b="0" dirty="0">
              <a:solidFill>
                <a:srgbClr val="F1F5F9"/>
              </a:solidFill>
              <a:latin typeface="DejaVu Sans"/>
              <a:ea typeface="DejaVu Sans"/>
              <a:cs typeface="DejaVu Sans"/>
            </a:endParaRPr>
          </a:p>
        </p:txBody>
      </p:sp>
      <p:sp>
        <p:nvSpPr>
          <p:cNvPr id="6" name="Rectangle 5">
            <a:extLst>
              <a:ext uri="{FF2B5EF4-FFF2-40B4-BE49-F238E27FC236}">
                <a16:creationId xmlns:a16="http://schemas.microsoft.com/office/drawing/2014/main" id="{D3659876-9B64-476D-8F01-B501D2E2C0A2}"/>
              </a:ext>
            </a:extLst>
          </p:cNvPr>
          <p:cNvSpPr>
            <a:spLocks noGrp="1"/>
          </p:cNvSpPr>
          <p:nvPr/>
        </p:nvSpPr>
        <p:spPr>
          <a:xfrm>
            <a:off x="685800" y="5476875"/>
            <a:ext cx="9525000" cy="571500"/>
          </a:xfrm>
          <a:prstGeom prst="rect">
            <a:avLst/>
          </a:prstGeom>
          <a:noFill/>
          <a:ln w="0">
            <a:noFill/>
            <a:prstDash val="solid"/>
          </a:ln>
        </p:spPr>
        <p:txBody>
          <a:bodyPr/>
          <a:lstStyle>
            <a:defPPr>
              <a:defRPr sz="2700" b="1">
                <a:solidFill>
                  <a:srgbClr val="22C55E"/>
                </a:solidFill>
                <a:latin typeface="DejaVu Sans"/>
                <a:ea typeface="DejaVu Sans"/>
                <a:cs typeface="DejaVu Sans"/>
              </a:defRPr>
            </a:defPPr>
            <a:lvl1pPr>
              <a:defRPr sz="2700" b="1">
                <a:solidFill>
                  <a:srgbClr val="22C55E"/>
                </a:solidFill>
                <a:latin typeface="DejaVu Sans"/>
                <a:ea typeface="DejaVu Sans"/>
                <a:cs typeface="DejaVu Sans"/>
              </a:defRPr>
            </a:lvl1pPr>
            <a:lvl2pPr>
              <a:defRPr sz="2700" b="1">
                <a:solidFill>
                  <a:srgbClr val="22C55E"/>
                </a:solidFill>
                <a:latin typeface="DejaVu Sans"/>
                <a:ea typeface="DejaVu Sans"/>
                <a:cs typeface="DejaVu Sans"/>
              </a:defRPr>
            </a:lvl2pPr>
            <a:lvl3pPr>
              <a:defRPr sz="2700" b="1">
                <a:solidFill>
                  <a:srgbClr val="22C55E"/>
                </a:solidFill>
                <a:latin typeface="DejaVu Sans"/>
                <a:ea typeface="DejaVu Sans"/>
                <a:cs typeface="DejaVu Sans"/>
              </a:defRPr>
            </a:lvl3pPr>
            <a:lvl4pPr>
              <a:defRPr sz="2700" b="1">
                <a:solidFill>
                  <a:srgbClr val="22C55E"/>
                </a:solidFill>
                <a:latin typeface="DejaVu Sans"/>
                <a:ea typeface="DejaVu Sans"/>
                <a:cs typeface="DejaVu Sans"/>
              </a:defRPr>
            </a:lvl4pPr>
            <a:lvl5pPr>
              <a:defRPr sz="2700" b="1">
                <a:solidFill>
                  <a:srgbClr val="22C55E"/>
                </a:solidFill>
                <a:latin typeface="DejaVu Sans"/>
                <a:ea typeface="DejaVu Sans"/>
                <a:cs typeface="DejaVu Sans"/>
              </a:defRPr>
            </a:lvl5pPr>
            <a:lvl6pPr>
              <a:defRPr sz="2700" b="1">
                <a:solidFill>
                  <a:srgbClr val="22C55E"/>
                </a:solidFill>
                <a:latin typeface="DejaVu Sans"/>
                <a:ea typeface="DejaVu Sans"/>
                <a:cs typeface="DejaVu Sans"/>
              </a:defRPr>
            </a:lvl6pPr>
            <a:lvl7pPr>
              <a:defRPr sz="2700" b="1">
                <a:solidFill>
                  <a:srgbClr val="22C55E"/>
                </a:solidFill>
                <a:latin typeface="DejaVu Sans"/>
                <a:ea typeface="DejaVu Sans"/>
                <a:cs typeface="DejaVu Sans"/>
              </a:defRPr>
            </a:lvl7pPr>
            <a:lvl8pPr>
              <a:defRPr sz="2700" b="1">
                <a:solidFill>
                  <a:srgbClr val="22C55E"/>
                </a:solidFill>
                <a:latin typeface="DejaVu Sans"/>
                <a:ea typeface="DejaVu Sans"/>
                <a:cs typeface="DejaVu Sans"/>
              </a:defRPr>
            </a:lvl8pPr>
            <a:lvl9pPr>
              <a:defRPr sz="2700" b="1">
                <a:solidFill>
                  <a:srgbClr val="22C55E"/>
                </a:solidFill>
                <a:latin typeface="DejaVu Sans"/>
                <a:ea typeface="DejaVu Sans"/>
                <a:cs typeface="DejaVu Sans"/>
              </a:defRPr>
            </a:lvl9pPr>
          </a:lstStyle>
          <a:p>
            <a:pPr>
              <a:defRPr sz="2700" b="1">
                <a:solidFill>
                  <a:srgbClr val="22C55E"/>
                </a:solidFill>
                <a:latin typeface="DejaVu Sans"/>
                <a:ea typeface="DejaVu Sans"/>
                <a:cs typeface="DejaVu Sans"/>
              </a:defRPr>
            </a:pPr>
            <a:r>
              <a:rPr sz="2700" b="1">
                <a:solidFill>
                  <a:srgbClr val="22C55E"/>
                </a:solidFill>
                <a:latin typeface="DejaVu Sans"/>
                <a:ea typeface="DejaVu Sans"/>
                <a:cs typeface="DejaVu Sans"/>
              </a:rPr>
              <a:t>Questions</a:t>
            </a:r>
          </a:p>
        </p:txBody>
      </p:sp>
    </p:spTree>
    <p:extLst>
      <p:ext uri="{BB962C8B-B14F-4D97-AF65-F5344CB8AC3E}">
        <p14:creationId xmlns:p14="http://schemas.microsoft.com/office/powerpoint/2010/main" val="2558730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1458</Words>
  <Application>Microsoft Office PowerPoint</Application>
  <DocSecurity>0</DocSecurity>
  <PresentationFormat>Widescreen</PresentationFormat>
  <Paragraphs>106</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Evaldas Pocius (25057324)</cp:lastModifiedBy>
  <cp:revision>1</cp:revision>
  <dcterms:created xsi:type="dcterms:W3CDTF">2026-10-29T21:24:51Z</dcterms:created>
  <dcterms:modified xsi:type="dcterms:W3CDTF">2026-10-29T21:28:40Z</dcterms:modified>
</cp:coreProperties>
</file>